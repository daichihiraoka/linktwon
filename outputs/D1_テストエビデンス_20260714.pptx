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b6ce96d0a4538" /><Relationship Type="http://schemas.openxmlformats.org/officeDocument/2006/relationships/extended-properties" Target="/docProps/app.xml" Id="Red94c8308b4c4782" /><Relationship Type="http://schemas.openxmlformats.org/officeDocument/2006/relationships/officeDocument" Target="/ppt/presentation.xml" Id="Rd9220072cf6a4d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525e10ad74dfd"/>
  </p:sldMasterIdLst>
  <p:notesMasterIdLst>
    <p:notesMasterId xmlns:r="http://schemas.openxmlformats.org/officeDocument/2006/relationships" r:id="R8a6f4dfa63ac45d7"/>
  </p:notesMasterIdLst>
  <p:sldIdLst>
    <p:sldId xmlns:r="http://schemas.openxmlformats.org/officeDocument/2006/relationships" id="256" r:id="Rcaae25ed190b43e9"/>
    <p:sldId xmlns:r="http://schemas.openxmlformats.org/officeDocument/2006/relationships" id="257" r:id="R9bac8874833b4123"/>
    <p:sldId xmlns:r="http://schemas.openxmlformats.org/officeDocument/2006/relationships" id="258" r:id="Rcb9e8cd7d8a047ca"/>
    <p:sldId xmlns:r="http://schemas.openxmlformats.org/officeDocument/2006/relationships" id="259" r:id="R03babbfd758f412a"/>
    <p:sldId xmlns:r="http://schemas.openxmlformats.org/officeDocument/2006/relationships" id="260" r:id="Rea031abae9534f7b"/>
    <p:sldId xmlns:r="http://schemas.openxmlformats.org/officeDocument/2006/relationships" id="261" r:id="R63a1e38fee4947cf"/>
    <p:sldId xmlns:r="http://schemas.openxmlformats.org/officeDocument/2006/relationships" id="262" r:id="R9491d8780aaf49bc"/>
    <p:sldId xmlns:r="http://schemas.openxmlformats.org/officeDocument/2006/relationships" id="263" r:id="Rb63a6ea4579c41bc"/>
    <p:sldId xmlns:r="http://schemas.openxmlformats.org/officeDocument/2006/relationships" id="264" r:id="R0605fc4318654c96"/>
    <p:sldId xmlns:r="http://schemas.openxmlformats.org/officeDocument/2006/relationships" id="265" r:id="R4ad4c426b3d342bf"/>
    <p:sldId xmlns:r="http://schemas.openxmlformats.org/officeDocument/2006/relationships" id="266" r:id="Ra4293608141c441d"/>
    <p:sldId xmlns:r="http://schemas.openxmlformats.org/officeDocument/2006/relationships" id="267" r:id="Rc09ab62362d64cb0"/>
    <p:sldId xmlns:r="http://schemas.openxmlformats.org/officeDocument/2006/relationships" id="268" r:id="Ra91267f505fa423b"/>
    <p:sldId xmlns:r="http://schemas.openxmlformats.org/officeDocument/2006/relationships" id="269" r:id="R9459c41173d24545"/>
    <p:sldId xmlns:r="http://schemas.openxmlformats.org/officeDocument/2006/relationships" id="270" r:id="Rb0d17938c56d4fdf"/>
    <p:sldId xmlns:r="http://schemas.openxmlformats.org/officeDocument/2006/relationships" id="271" r:id="R63beefb969884644"/>
    <p:sldId xmlns:r="http://schemas.openxmlformats.org/officeDocument/2006/relationships" id="272" r:id="R78396dd1d01645e7"/>
    <p:sldId xmlns:r="http://schemas.openxmlformats.org/officeDocument/2006/relationships" id="273" r:id="R996bf28e134b4153"/>
    <p:sldId xmlns:r="http://schemas.openxmlformats.org/officeDocument/2006/relationships" id="274" r:id="R93874c3029474ded"/>
    <p:sldId xmlns:r="http://schemas.openxmlformats.org/officeDocument/2006/relationships" id="275" r:id="R89fd5a322ea1463a"/>
    <p:sldId xmlns:r="http://schemas.openxmlformats.org/officeDocument/2006/relationships" id="276" r:id="R5c27c91f6436469f"/>
    <p:sldId xmlns:r="http://schemas.openxmlformats.org/officeDocument/2006/relationships" id="277" r:id="Ra7b04b08cf2f4405"/>
    <p:sldId xmlns:r="http://schemas.openxmlformats.org/officeDocument/2006/relationships" id="278" r:id="Rbf477226fee44156"/>
    <p:sldId xmlns:r="http://schemas.openxmlformats.org/officeDocument/2006/relationships" id="279" r:id="Ree1d9830b2dd4b79"/>
    <p:sldId xmlns:r="http://schemas.openxmlformats.org/officeDocument/2006/relationships" id="280" r:id="Rfc0b9dfa0f31459e"/>
    <p:sldId xmlns:r="http://schemas.openxmlformats.org/officeDocument/2006/relationships" id="281" r:id="Rbd2178f482b44cf4"/>
    <p:sldId xmlns:r="http://schemas.openxmlformats.org/officeDocument/2006/relationships" id="282" r:id="R5dbd6548fc754e73"/>
    <p:sldId xmlns:r="http://schemas.openxmlformats.org/officeDocument/2006/relationships" id="283" r:id="R0b3a764e6cf24afa"/>
    <p:sldId xmlns:r="http://schemas.openxmlformats.org/officeDocument/2006/relationships" id="284" r:id="Raf6e38b340f94909"/>
    <p:sldId xmlns:r="http://schemas.openxmlformats.org/officeDocument/2006/relationships" id="285" r:id="Re9d98a5fbcd14bdc"/>
    <p:sldId xmlns:r="http://schemas.openxmlformats.org/officeDocument/2006/relationships" id="286" r:id="R1c3588c371da4a2a"/>
    <p:sldId xmlns:r="http://schemas.openxmlformats.org/officeDocument/2006/relationships" id="287" r:id="R37237412f53e4f14"/>
    <p:sldId xmlns:r="http://schemas.openxmlformats.org/officeDocument/2006/relationships" id="288" r:id="Rda217a9917bf462e"/>
    <p:sldId xmlns:r="http://schemas.openxmlformats.org/officeDocument/2006/relationships" id="289" r:id="R31fdc6d85d9041cb"/>
    <p:sldId xmlns:r="http://schemas.openxmlformats.org/officeDocument/2006/relationships" id="290" r:id="R2395f0c030b746d4"/>
    <p:sldId xmlns:r="http://schemas.openxmlformats.org/officeDocument/2006/relationships" id="291" r:id="Rf0abeaad38e8420b"/>
    <p:sldId xmlns:r="http://schemas.openxmlformats.org/officeDocument/2006/relationships" id="292" r:id="R5cee2dc3ad384f17"/>
    <p:sldId xmlns:r="http://schemas.openxmlformats.org/officeDocument/2006/relationships" id="293" r:id="R9bab2417f344402c"/>
    <p:sldId xmlns:r="http://schemas.openxmlformats.org/officeDocument/2006/relationships" id="294" r:id="R8c2da861cb6740b2"/>
    <p:sldId xmlns:r="http://schemas.openxmlformats.org/officeDocument/2006/relationships" id="295" r:id="Rc671f9e5f48d4ad8"/>
    <p:sldId xmlns:r="http://schemas.openxmlformats.org/officeDocument/2006/relationships" id="296" r:id="R24bb56f6daa04ff3"/>
    <p:sldId xmlns:r="http://schemas.openxmlformats.org/officeDocument/2006/relationships" id="297" r:id="R0cd2867a2aea476c"/>
    <p:sldId xmlns:r="http://schemas.openxmlformats.org/officeDocument/2006/relationships" id="298" r:id="R0586230887b44b10"/>
    <p:sldId xmlns:r="http://schemas.openxmlformats.org/officeDocument/2006/relationships" id="299" r:id="R98d8059e232c42b1"/>
    <p:sldId xmlns:r="http://schemas.openxmlformats.org/officeDocument/2006/relationships" id="300" r:id="R5c80e2ef67ff43e0"/>
    <p:sldId xmlns:r="http://schemas.openxmlformats.org/officeDocument/2006/relationships" id="301" r:id="Rb3709d884bf04e98"/>
    <p:sldId xmlns:r="http://schemas.openxmlformats.org/officeDocument/2006/relationships" id="302" r:id="Rfb48c37832a74771"/>
    <p:sldId xmlns:r="http://schemas.openxmlformats.org/officeDocument/2006/relationships" id="303" r:id="R5b4361f6781f414d"/>
    <p:sldId xmlns:r="http://schemas.openxmlformats.org/officeDocument/2006/relationships" id="304" r:id="Re55403d9fa864b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71489a451445a" /><Relationship Type="http://schemas.openxmlformats.org/officeDocument/2006/relationships/slideMaster" Target="/ppt/slideMasters/slideMaster1.xml" Id="R1e0525e10ad74dfd" /><Relationship Type="http://schemas.openxmlformats.org/officeDocument/2006/relationships/notesMaster" Target="/ppt/notesMasters/notesMaster1.xml" Id="R8a6f4dfa63ac45d7" /><Relationship Type="http://schemas.openxmlformats.org/officeDocument/2006/relationships/presProps" Target="/ppt/presProps.xml" Id="R631e7649b47343e0" /><Relationship Type="http://schemas.openxmlformats.org/officeDocument/2006/relationships/tableStyles" Target="/ppt/tableStyles.xml" Id="Rc7a5fa31a2c84b53" /><Relationship Type="http://schemas.openxmlformats.org/officeDocument/2006/relationships/slide" Target="/ppt/slides/slide1.xml" Id="Rcaae25ed190b43e9" /><Relationship Type="http://schemas.openxmlformats.org/officeDocument/2006/relationships/slide" Target="/ppt/slides/slide2.xml" Id="R9bac8874833b4123" /><Relationship Type="http://schemas.openxmlformats.org/officeDocument/2006/relationships/slide" Target="/ppt/slides/slide3.xml" Id="Rcb9e8cd7d8a047ca" /><Relationship Type="http://schemas.openxmlformats.org/officeDocument/2006/relationships/slide" Target="/ppt/slides/slide4.xml" Id="R03babbfd758f412a" /><Relationship Type="http://schemas.openxmlformats.org/officeDocument/2006/relationships/slide" Target="/ppt/slides/slide5.xml" Id="Rea031abae9534f7b" /><Relationship Type="http://schemas.openxmlformats.org/officeDocument/2006/relationships/slide" Target="/ppt/slides/slide6.xml" Id="R63a1e38fee4947cf" /><Relationship Type="http://schemas.openxmlformats.org/officeDocument/2006/relationships/slide" Target="/ppt/slides/slide7.xml" Id="R9491d8780aaf49bc" /><Relationship Type="http://schemas.openxmlformats.org/officeDocument/2006/relationships/slide" Target="/ppt/slides/slide8.xml" Id="Rb63a6ea4579c41bc" /><Relationship Type="http://schemas.openxmlformats.org/officeDocument/2006/relationships/slide" Target="/ppt/slides/slide9.xml" Id="R0605fc4318654c96" /><Relationship Type="http://schemas.openxmlformats.org/officeDocument/2006/relationships/slide" Target="/ppt/slides/slide10.xml" Id="R4ad4c426b3d342bf" /><Relationship Type="http://schemas.openxmlformats.org/officeDocument/2006/relationships/slide" Target="/ppt/slides/slide11.xml" Id="Ra4293608141c441d" /><Relationship Type="http://schemas.openxmlformats.org/officeDocument/2006/relationships/slide" Target="/ppt/slides/slide12.xml" Id="Rc09ab62362d64cb0" /><Relationship Type="http://schemas.openxmlformats.org/officeDocument/2006/relationships/slide" Target="/ppt/slides/slide13.xml" Id="Ra91267f505fa423b" /><Relationship Type="http://schemas.openxmlformats.org/officeDocument/2006/relationships/slide" Target="/ppt/slides/slide14.xml" Id="R9459c41173d24545" /><Relationship Type="http://schemas.openxmlformats.org/officeDocument/2006/relationships/slide" Target="/ppt/slides/slide15.xml" Id="Rb0d17938c56d4fdf" /><Relationship Type="http://schemas.openxmlformats.org/officeDocument/2006/relationships/slide" Target="/ppt/slides/slide16.xml" Id="R63beefb969884644" /><Relationship Type="http://schemas.openxmlformats.org/officeDocument/2006/relationships/slide" Target="/ppt/slides/slide17.xml" Id="R78396dd1d01645e7" /><Relationship Type="http://schemas.openxmlformats.org/officeDocument/2006/relationships/slide" Target="/ppt/slides/slide18.xml" Id="R996bf28e134b4153" /><Relationship Type="http://schemas.openxmlformats.org/officeDocument/2006/relationships/slide" Target="/ppt/slides/slide19.xml" Id="R93874c3029474ded" /><Relationship Type="http://schemas.openxmlformats.org/officeDocument/2006/relationships/slide" Target="/ppt/slides/slide20.xml" Id="R89fd5a322ea1463a" /><Relationship Type="http://schemas.openxmlformats.org/officeDocument/2006/relationships/slide" Target="/ppt/slides/slide21.xml" Id="R5c27c91f6436469f" /><Relationship Type="http://schemas.openxmlformats.org/officeDocument/2006/relationships/slide" Target="/ppt/slides/slide22.xml" Id="Ra7b04b08cf2f4405" /><Relationship Type="http://schemas.openxmlformats.org/officeDocument/2006/relationships/slide" Target="/ppt/slides/slide23.xml" Id="Rbf477226fee44156" /><Relationship Type="http://schemas.openxmlformats.org/officeDocument/2006/relationships/slide" Target="/ppt/slides/slide24.xml" Id="Ree1d9830b2dd4b79" /><Relationship Type="http://schemas.openxmlformats.org/officeDocument/2006/relationships/slide" Target="/ppt/slides/slide25.xml" Id="Rfc0b9dfa0f31459e" /><Relationship Type="http://schemas.openxmlformats.org/officeDocument/2006/relationships/slide" Target="/ppt/slides/slide26.xml" Id="Rbd2178f482b44cf4" /><Relationship Type="http://schemas.openxmlformats.org/officeDocument/2006/relationships/slide" Target="/ppt/slides/slide27.xml" Id="R5dbd6548fc754e73" /><Relationship Type="http://schemas.openxmlformats.org/officeDocument/2006/relationships/slide" Target="/ppt/slides/slide28.xml" Id="R0b3a764e6cf24afa" /><Relationship Type="http://schemas.openxmlformats.org/officeDocument/2006/relationships/slide" Target="/ppt/slides/slide29.xml" Id="Raf6e38b340f94909" /><Relationship Type="http://schemas.openxmlformats.org/officeDocument/2006/relationships/slide" Target="/ppt/slides/slide30.xml" Id="Re9d98a5fbcd14bdc" /><Relationship Type="http://schemas.openxmlformats.org/officeDocument/2006/relationships/slide" Target="/ppt/slides/slide31.xml" Id="R1c3588c371da4a2a" /><Relationship Type="http://schemas.openxmlformats.org/officeDocument/2006/relationships/slide" Target="/ppt/slides/slide32.xml" Id="R37237412f53e4f14" /><Relationship Type="http://schemas.openxmlformats.org/officeDocument/2006/relationships/slide" Target="/ppt/slides/slide33.xml" Id="Rda217a9917bf462e" /><Relationship Type="http://schemas.openxmlformats.org/officeDocument/2006/relationships/slide" Target="/ppt/slides/slide34.xml" Id="R31fdc6d85d9041cb" /><Relationship Type="http://schemas.openxmlformats.org/officeDocument/2006/relationships/slide" Target="/ppt/slides/slide35.xml" Id="R2395f0c030b746d4" /><Relationship Type="http://schemas.openxmlformats.org/officeDocument/2006/relationships/slide" Target="/ppt/slides/slide36.xml" Id="Rf0abeaad38e8420b" /><Relationship Type="http://schemas.openxmlformats.org/officeDocument/2006/relationships/slide" Target="/ppt/slides/slide37.xml" Id="R5cee2dc3ad384f17" /><Relationship Type="http://schemas.openxmlformats.org/officeDocument/2006/relationships/slide" Target="/ppt/slides/slide38.xml" Id="R9bab2417f344402c" /><Relationship Type="http://schemas.openxmlformats.org/officeDocument/2006/relationships/slide" Target="/ppt/slides/slide39.xml" Id="R8c2da861cb6740b2" /><Relationship Type="http://schemas.openxmlformats.org/officeDocument/2006/relationships/slide" Target="/ppt/slides/slide40.xml" Id="Rc671f9e5f48d4ad8" /><Relationship Type="http://schemas.openxmlformats.org/officeDocument/2006/relationships/slide" Target="/ppt/slides/slide41.xml" Id="R24bb56f6daa04ff3" /><Relationship Type="http://schemas.openxmlformats.org/officeDocument/2006/relationships/slide" Target="/ppt/slides/slide42.xml" Id="R0cd2867a2aea476c" /><Relationship Type="http://schemas.openxmlformats.org/officeDocument/2006/relationships/slide" Target="/ppt/slides/slide43.xml" Id="R0586230887b44b10" /><Relationship Type="http://schemas.openxmlformats.org/officeDocument/2006/relationships/slide" Target="/ppt/slides/slide44.xml" Id="R98d8059e232c42b1" /><Relationship Type="http://schemas.openxmlformats.org/officeDocument/2006/relationships/slide" Target="/ppt/slides/slide45.xml" Id="R5c80e2ef67ff43e0" /><Relationship Type="http://schemas.openxmlformats.org/officeDocument/2006/relationships/slide" Target="/ppt/slides/slide46.xml" Id="Rb3709d884bf04e98" /><Relationship Type="http://schemas.openxmlformats.org/officeDocument/2006/relationships/slide" Target="/ppt/slides/slide47.xml" Id="Rfb48c37832a74771" /><Relationship Type="http://schemas.openxmlformats.org/officeDocument/2006/relationships/slide" Target="/ppt/slides/slide48.xml" Id="R5b4361f6781f414d" /><Relationship Type="http://schemas.openxmlformats.org/officeDocument/2006/relationships/slide" Target="/ppt/slides/slide49.xml" Id="Re55403d9fa86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5970c59ea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f0812da6f4708" /><Relationship Type="http://schemas.openxmlformats.org/officeDocument/2006/relationships/notesMaster" Target="/ppt/notesMasters/notesMaster1.xml" Id="Rb045ae2ac5ab46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bb2ee17bb4585" /><Relationship Type="http://schemas.openxmlformats.org/officeDocument/2006/relationships/notesMaster" Target="/ppt/notesMasters/notesMaster1.xml" Id="R2692e77e9ca14d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0af012a8c41fd" /><Relationship Type="http://schemas.openxmlformats.org/officeDocument/2006/relationships/notesMaster" Target="/ppt/notesMasters/notesMaster1.xml" Id="Re5987797601c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e36077dd94f87" /><Relationship Type="http://schemas.openxmlformats.org/officeDocument/2006/relationships/notesMaster" Target="/ppt/notesMasters/notesMaster1.xml" Id="R1175d5dd831443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e14af0153341b9" /><Relationship Type="http://schemas.openxmlformats.org/officeDocument/2006/relationships/notesMaster" Target="/ppt/notesMasters/notesMaster1.xml" Id="R41d490408f9143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d03b99dbb4a3f" /><Relationship Type="http://schemas.openxmlformats.org/officeDocument/2006/relationships/notesMaster" Target="/ppt/notesMasters/notesMaster1.xml" Id="R3296c72cd3fa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3371a3c3034129" /><Relationship Type="http://schemas.openxmlformats.org/officeDocument/2006/relationships/notesMaster" Target="/ppt/notesMasters/notesMaster1.xml" Id="Re28c8f35130345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c6a57af0b8486b" /><Relationship Type="http://schemas.openxmlformats.org/officeDocument/2006/relationships/notesMaster" Target="/ppt/notesMasters/notesMaster1.xml" Id="R4202f86a9ff24a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fe45331c174f88" /><Relationship Type="http://schemas.openxmlformats.org/officeDocument/2006/relationships/notesMaster" Target="/ppt/notesMasters/notesMaster1.xml" Id="R6ac10160ad464a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033eaced1040e3" /><Relationship Type="http://schemas.openxmlformats.org/officeDocument/2006/relationships/notesMaster" Target="/ppt/notesMasters/notesMaster1.xml" Id="R7854a4d14e4d43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340e576d364f93" /><Relationship Type="http://schemas.openxmlformats.org/officeDocument/2006/relationships/notesMaster" Target="/ppt/notesMasters/notesMaster1.xml" Id="R0d33527f2aa64a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2b49c96e184b17" /><Relationship Type="http://schemas.openxmlformats.org/officeDocument/2006/relationships/notesMaster" Target="/ppt/notesMasters/notesMaster1.xml" Id="Rb970219a560042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9d08b6f663476c" /><Relationship Type="http://schemas.openxmlformats.org/officeDocument/2006/relationships/notesMaster" Target="/ppt/notesMasters/notesMaster1.xml" Id="R35c8f380644a4e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75262d846d432b" /><Relationship Type="http://schemas.openxmlformats.org/officeDocument/2006/relationships/notesMaster" Target="/ppt/notesMasters/notesMaster1.xml" Id="Ree42a59593af4a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15e67273bb4668" /><Relationship Type="http://schemas.openxmlformats.org/officeDocument/2006/relationships/notesMaster" Target="/ppt/notesMasters/notesMaster1.xml" Id="R1e9428bd6a954f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a9ea337dd3438d" /><Relationship Type="http://schemas.openxmlformats.org/officeDocument/2006/relationships/notesMaster" Target="/ppt/notesMasters/notesMaster1.xml" Id="Ra8647b70ddf849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473171aab84269" /><Relationship Type="http://schemas.openxmlformats.org/officeDocument/2006/relationships/notesMaster" Target="/ppt/notesMasters/notesMaster1.xml" Id="R14935b78ed2240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9f80bed7d44453" /><Relationship Type="http://schemas.openxmlformats.org/officeDocument/2006/relationships/notesMaster" Target="/ppt/notesMasters/notesMaster1.xml" Id="R4ee730f37d0041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2bae1dad4e45c1" /><Relationship Type="http://schemas.openxmlformats.org/officeDocument/2006/relationships/notesMaster" Target="/ppt/notesMasters/notesMaster1.xml" Id="Re98bf45750534b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95b27bbd854556" /><Relationship Type="http://schemas.openxmlformats.org/officeDocument/2006/relationships/notesMaster" Target="/ppt/notesMasters/notesMaster1.xml" Id="Rac6cb9549c3545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f53d0f503b4833" /><Relationship Type="http://schemas.openxmlformats.org/officeDocument/2006/relationships/notesMaster" Target="/ppt/notesMasters/notesMaster1.xml" Id="R61de27cadc98491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8644ea0ccb4583" /><Relationship Type="http://schemas.openxmlformats.org/officeDocument/2006/relationships/notesMaster" Target="/ppt/notesMasters/notesMaster1.xml" Id="Ra5c3d662e3174e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57485ac7854d31" /><Relationship Type="http://schemas.openxmlformats.org/officeDocument/2006/relationships/notesMaster" Target="/ppt/notesMasters/notesMaster1.xml" Id="R4d412219088c42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a1c902c74f40b9" /><Relationship Type="http://schemas.openxmlformats.org/officeDocument/2006/relationships/notesMaster" Target="/ppt/notesMasters/notesMaster1.xml" Id="R15f98b7492cb4db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c504c4a3284da4" /><Relationship Type="http://schemas.openxmlformats.org/officeDocument/2006/relationships/notesMaster" Target="/ppt/notesMasters/notesMaster1.xml" Id="R0a4c23ec04a84dd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10cd65baa04114" /><Relationship Type="http://schemas.openxmlformats.org/officeDocument/2006/relationships/notesMaster" Target="/ppt/notesMasters/notesMaster1.xml" Id="Rc1967e56f57141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98e41a124c4e46" /><Relationship Type="http://schemas.openxmlformats.org/officeDocument/2006/relationships/notesMaster" Target="/ppt/notesMasters/notesMaster1.xml" Id="R2ce3339626974c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a840b2634d34b13" /><Relationship Type="http://schemas.openxmlformats.org/officeDocument/2006/relationships/notesMaster" Target="/ppt/notesMasters/notesMaster1.xml" Id="Rdeb8f9da588a4c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7fa201570804e95" /><Relationship Type="http://schemas.openxmlformats.org/officeDocument/2006/relationships/notesMaster" Target="/ppt/notesMasters/notesMaster1.xml" Id="Ra4ee67b2e7e04a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65aaf36b404718" /><Relationship Type="http://schemas.openxmlformats.org/officeDocument/2006/relationships/notesMaster" Target="/ppt/notesMasters/notesMaster1.xml" Id="Rf985e43e8cd54d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b31e180e2aa4f27" /><Relationship Type="http://schemas.openxmlformats.org/officeDocument/2006/relationships/notesMaster" Target="/ppt/notesMasters/notesMaster1.xml" Id="R87ab07150af6453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97f2ddc0159487b" /><Relationship Type="http://schemas.openxmlformats.org/officeDocument/2006/relationships/notesMaster" Target="/ppt/notesMasters/notesMaster1.xml" Id="R75b232eace84424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744ca3341254ee8" /><Relationship Type="http://schemas.openxmlformats.org/officeDocument/2006/relationships/notesMaster" Target="/ppt/notesMasters/notesMaster1.xml" Id="Rcaf26378ad0e4b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e63ea3454dd46b1" /><Relationship Type="http://schemas.openxmlformats.org/officeDocument/2006/relationships/notesMaster" Target="/ppt/notesMasters/notesMaster1.xml" Id="R4e6caa0c797e4e5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54f4e9401dd4396" /><Relationship Type="http://schemas.openxmlformats.org/officeDocument/2006/relationships/notesMaster" Target="/ppt/notesMasters/notesMaster1.xml" Id="R66e5d69defb0464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5d3c566e814933" /><Relationship Type="http://schemas.openxmlformats.org/officeDocument/2006/relationships/notesMaster" Target="/ppt/notesMasters/notesMaster1.xml" Id="Rbea9b23f57ed4e6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64fd3dcea541b3" /><Relationship Type="http://schemas.openxmlformats.org/officeDocument/2006/relationships/notesMaster" Target="/ppt/notesMasters/notesMaster1.xml" Id="Rf451f152dcab4ac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074763485634663" /><Relationship Type="http://schemas.openxmlformats.org/officeDocument/2006/relationships/notesMaster" Target="/ppt/notesMasters/notesMaster1.xml" Id="Re08ef8bc375f4cb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1e156b6191044bb" /><Relationship Type="http://schemas.openxmlformats.org/officeDocument/2006/relationships/notesMaster" Target="/ppt/notesMasters/notesMaster1.xml" Id="R1b92b1a023b24a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6d1af069c744aa2" /><Relationship Type="http://schemas.openxmlformats.org/officeDocument/2006/relationships/notesMaster" Target="/ppt/notesMasters/notesMaster1.xml" Id="Re646963a47f14c0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541e71d6ea04c1f" /><Relationship Type="http://schemas.openxmlformats.org/officeDocument/2006/relationships/notesMaster" Target="/ppt/notesMasters/notesMaster1.xml" Id="Ra3d19a68d2684a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3bb729fb69a494a" /><Relationship Type="http://schemas.openxmlformats.org/officeDocument/2006/relationships/notesMaster" Target="/ppt/notesMasters/notesMaster1.xml" Id="Rfd51d2b3450749d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848523739f4d71" /><Relationship Type="http://schemas.openxmlformats.org/officeDocument/2006/relationships/notesMaster" Target="/ppt/notesMasters/notesMaster1.xml" Id="Reb2e54d99ba64cf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02f717466074cbf" /><Relationship Type="http://schemas.openxmlformats.org/officeDocument/2006/relationships/notesMaster" Target="/ppt/notesMasters/notesMaster1.xml" Id="R9a24cef7ade94e5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09f542730e240c1" /><Relationship Type="http://schemas.openxmlformats.org/officeDocument/2006/relationships/notesMaster" Target="/ppt/notesMasters/notesMaster1.xml" Id="R936592422b9c41e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98ca702e2ad486b" /><Relationship Type="http://schemas.openxmlformats.org/officeDocument/2006/relationships/notesMaster" Target="/ppt/notesMasters/notesMaster1.xml" Id="R6a8014e7f6e2495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3f2de1dfaf54f0d" /><Relationship Type="http://schemas.openxmlformats.org/officeDocument/2006/relationships/notesMaster" Target="/ppt/notesMasters/notesMaster1.xml" Id="Ra664825411b1411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c561f6fc95c4fe0" /><Relationship Type="http://schemas.openxmlformats.org/officeDocument/2006/relationships/notesMaster" Target="/ppt/notesMasters/notesMaster1.xml" Id="Rf85f6583d754403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b56ff611d0b49e6" /><Relationship Type="http://schemas.openxmlformats.org/officeDocument/2006/relationships/notesMaster" Target="/ppt/notesMasters/notesMaster1.xml" Id="R9723cf411b12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fa9df3ca240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9ce26b30f4afd" /><Relationship Type="http://schemas.openxmlformats.org/officeDocument/2006/relationships/slideLayout" Target="/ppt/slideLayouts/slideLayout1.xml" Id="R5fae40bc4fdc47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e40bc4fdc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81f5456c04771" /><Relationship Type="http://schemas.openxmlformats.org/officeDocument/2006/relationships/notesSlide" Target="/ppt/notesSlides/notesSlide1.xml" Id="R51ce0511fc27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e6b71f31d4c01" /><Relationship Type="http://schemas.openxmlformats.org/officeDocument/2006/relationships/notesSlide" Target="/ppt/notesSlides/notesSlide2.xml" Id="R0d976882f6e7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e9daeba9a42d2" /><Relationship Type="http://schemas.openxmlformats.org/officeDocument/2006/relationships/image" Target="/ppt/media/image.jpeg" Id="Rd0268ee904264fb5" /><Relationship Type="http://schemas.openxmlformats.org/officeDocument/2006/relationships/notesSlide" Target="/ppt/notesSlides/notesSlide3.xml" Id="Re863161894c7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fd067ef6a476f" /><Relationship Type="http://schemas.openxmlformats.org/officeDocument/2006/relationships/image" Target="/ppt/media/image2.jpeg" Id="R13b5cbd87f4d4fef" /><Relationship Type="http://schemas.openxmlformats.org/officeDocument/2006/relationships/notesSlide" Target="/ppt/notesSlides/notesSlide4.xml" Id="R691b5816457e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a07d287fd4d48" /><Relationship Type="http://schemas.openxmlformats.org/officeDocument/2006/relationships/image" Target="/ppt/media/image3.jpeg" Id="R1ef0affaa6824294" /><Relationship Type="http://schemas.openxmlformats.org/officeDocument/2006/relationships/notesSlide" Target="/ppt/notesSlides/notesSlide5.xml" Id="Rc7b5eaf0c92b4c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6eee3633d4cf0" /><Relationship Type="http://schemas.openxmlformats.org/officeDocument/2006/relationships/image" Target="/ppt/media/image4.jpeg" Id="R53d8331aded947a7" /><Relationship Type="http://schemas.openxmlformats.org/officeDocument/2006/relationships/notesSlide" Target="/ppt/notesSlides/notesSlide6.xml" Id="R8dc4c1e43fb147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ca020b7d44c7a" /><Relationship Type="http://schemas.openxmlformats.org/officeDocument/2006/relationships/image" Target="/ppt/media/image5.jpeg" Id="Ra02c50a0fa074d08" /><Relationship Type="http://schemas.openxmlformats.org/officeDocument/2006/relationships/notesSlide" Target="/ppt/notesSlides/notesSlide7.xml" Id="Rf462f2f999c0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74501d224156" /><Relationship Type="http://schemas.openxmlformats.org/officeDocument/2006/relationships/image" Target="/ppt/media/image6.jpeg" Id="R0820a59f212e44ee" /><Relationship Type="http://schemas.openxmlformats.org/officeDocument/2006/relationships/notesSlide" Target="/ppt/notesSlides/notesSlide8.xml" Id="Ra061ec4af79f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5138e756e4d47" /><Relationship Type="http://schemas.openxmlformats.org/officeDocument/2006/relationships/image" Target="/ppt/media/image7.jpeg" Id="Rf85627b5ba944ddd" /><Relationship Type="http://schemas.openxmlformats.org/officeDocument/2006/relationships/notesSlide" Target="/ppt/notesSlides/notesSlide9.xml" Id="R129bc90c47e544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7ca0b534442a" /><Relationship Type="http://schemas.openxmlformats.org/officeDocument/2006/relationships/image" Target="/ppt/media/image8.jpeg" Id="Ra9d75fb044944c4e" /><Relationship Type="http://schemas.openxmlformats.org/officeDocument/2006/relationships/notesSlide" Target="/ppt/notesSlides/notesSlide10.xml" Id="Rd9ae057e168c43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589432caf4adf" /><Relationship Type="http://schemas.openxmlformats.org/officeDocument/2006/relationships/image" Target="/ppt/media/image9.jpeg" Id="R1574dc4777924a5f" /><Relationship Type="http://schemas.openxmlformats.org/officeDocument/2006/relationships/notesSlide" Target="/ppt/notesSlides/notesSlide11.xml" Id="R0fd99b58d8924b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c697588cc47c9" /><Relationship Type="http://schemas.openxmlformats.org/officeDocument/2006/relationships/image" Target="/ppt/media/image10.jpeg" Id="R358d152cb5394e76" /><Relationship Type="http://schemas.openxmlformats.org/officeDocument/2006/relationships/notesSlide" Target="/ppt/notesSlides/notesSlide12.xml" Id="R4fb9798792d24e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f193b8f5a420a" /><Relationship Type="http://schemas.openxmlformats.org/officeDocument/2006/relationships/image" Target="/ppt/media/image11.jpeg" Id="Rde402a8ee5b347c0" /><Relationship Type="http://schemas.openxmlformats.org/officeDocument/2006/relationships/notesSlide" Target="/ppt/notesSlides/notesSlide13.xml" Id="Rb2deb681cd0e42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e2c6060dc4fe5" /><Relationship Type="http://schemas.openxmlformats.org/officeDocument/2006/relationships/image" Target="/ppt/media/image12.jpeg" Id="R5726c938f2e24ee0" /><Relationship Type="http://schemas.openxmlformats.org/officeDocument/2006/relationships/notesSlide" Target="/ppt/notesSlides/notesSlide14.xml" Id="R3ffee08db3ad40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917144d9f42a2" /><Relationship Type="http://schemas.openxmlformats.org/officeDocument/2006/relationships/image" Target="/ppt/media/image13.jpeg" Id="R1eaf56d169d84066" /><Relationship Type="http://schemas.openxmlformats.org/officeDocument/2006/relationships/notesSlide" Target="/ppt/notesSlides/notesSlide15.xml" Id="R381a8b0b307c4c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0ab1204143d5" /><Relationship Type="http://schemas.openxmlformats.org/officeDocument/2006/relationships/image" Target="/ppt/media/image14.jpeg" Id="R88a16f3b02834223" /><Relationship Type="http://schemas.openxmlformats.org/officeDocument/2006/relationships/notesSlide" Target="/ppt/notesSlides/notesSlide16.xml" Id="R170050c6a0554d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c04b313f2478e" /><Relationship Type="http://schemas.openxmlformats.org/officeDocument/2006/relationships/image" Target="/ppt/media/image15.jpeg" Id="R0f09ea84a0f84e2e" /><Relationship Type="http://schemas.openxmlformats.org/officeDocument/2006/relationships/notesSlide" Target="/ppt/notesSlides/notesSlide17.xml" Id="R3492527f68054d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41fb86bc8461c" /><Relationship Type="http://schemas.openxmlformats.org/officeDocument/2006/relationships/image" Target="/ppt/media/image16.jpeg" Id="R0bf6e77bd88e4e42" /><Relationship Type="http://schemas.openxmlformats.org/officeDocument/2006/relationships/notesSlide" Target="/ppt/notesSlides/notesSlide18.xml" Id="Rd2fc536139344b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bf21d46064281" /><Relationship Type="http://schemas.openxmlformats.org/officeDocument/2006/relationships/image" Target="/ppt/media/image17.jpeg" Id="R020ba3c5dc074824" /><Relationship Type="http://schemas.openxmlformats.org/officeDocument/2006/relationships/notesSlide" Target="/ppt/notesSlides/notesSlide19.xml" Id="R2d4bfff337f044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01b0dd3b346d6" /><Relationship Type="http://schemas.openxmlformats.org/officeDocument/2006/relationships/image" Target="/ppt/media/image18.jpeg" Id="R933044152f5545f3" /><Relationship Type="http://schemas.openxmlformats.org/officeDocument/2006/relationships/notesSlide" Target="/ppt/notesSlides/notesSlide20.xml" Id="R3ae3da92d8c14e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d5a8db98477e" /><Relationship Type="http://schemas.openxmlformats.org/officeDocument/2006/relationships/image" Target="/ppt/media/image19.jpeg" Id="R8c8ce133b0784000" /><Relationship Type="http://schemas.openxmlformats.org/officeDocument/2006/relationships/notesSlide" Target="/ppt/notesSlides/notesSlide21.xml" Id="Rb50e6034701a4d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89327c024b3c" /><Relationship Type="http://schemas.openxmlformats.org/officeDocument/2006/relationships/image" Target="/ppt/media/image20.jpeg" Id="R2e328cc753eb4c5a" /><Relationship Type="http://schemas.openxmlformats.org/officeDocument/2006/relationships/notesSlide" Target="/ppt/notesSlides/notesSlide22.xml" Id="R35b36fa32cdb49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d591da2bd4989" /><Relationship Type="http://schemas.openxmlformats.org/officeDocument/2006/relationships/image" Target="/ppt/media/image21.jpeg" Id="R242406dbd0dd4cac" /><Relationship Type="http://schemas.openxmlformats.org/officeDocument/2006/relationships/notesSlide" Target="/ppt/notesSlides/notesSlide23.xml" Id="R0741e9e67bb34f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e2af54557486b" /><Relationship Type="http://schemas.openxmlformats.org/officeDocument/2006/relationships/image" Target="/ppt/media/image22.jpeg" Id="Rc542c26931b84297" /><Relationship Type="http://schemas.openxmlformats.org/officeDocument/2006/relationships/notesSlide" Target="/ppt/notesSlides/notesSlide24.xml" Id="Rbed5782586f04a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699c5a5eb444d" /><Relationship Type="http://schemas.openxmlformats.org/officeDocument/2006/relationships/image" Target="/ppt/media/image23.jpeg" Id="Rfffb30d3625b4b48" /><Relationship Type="http://schemas.openxmlformats.org/officeDocument/2006/relationships/notesSlide" Target="/ppt/notesSlides/notesSlide25.xml" Id="R7d270e565e6d4f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2ba45a27f451b" /><Relationship Type="http://schemas.openxmlformats.org/officeDocument/2006/relationships/image" Target="/ppt/media/image24.jpeg" Id="R6375c09e879a4b4b" /><Relationship Type="http://schemas.openxmlformats.org/officeDocument/2006/relationships/notesSlide" Target="/ppt/notesSlides/notesSlide26.xml" Id="R236cb1c75c9a42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c9d96a3a4b23" /><Relationship Type="http://schemas.openxmlformats.org/officeDocument/2006/relationships/image" Target="/ppt/media/image25.jpeg" Id="R708cd1cdf66240a0" /><Relationship Type="http://schemas.openxmlformats.org/officeDocument/2006/relationships/notesSlide" Target="/ppt/notesSlides/notesSlide27.xml" Id="R1de39ae2ddd442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436682864212" /><Relationship Type="http://schemas.openxmlformats.org/officeDocument/2006/relationships/image" Target="/ppt/media/image26.jpeg" Id="R1800323d42c74a7e" /><Relationship Type="http://schemas.openxmlformats.org/officeDocument/2006/relationships/notesSlide" Target="/ppt/notesSlides/notesSlide28.xml" Id="Rcd3c5d6d605847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e60ca49c4535" /><Relationship Type="http://schemas.openxmlformats.org/officeDocument/2006/relationships/image" Target="/ppt/media/image27.jpeg" Id="R78091c241e714ee3" /><Relationship Type="http://schemas.openxmlformats.org/officeDocument/2006/relationships/notesSlide" Target="/ppt/notesSlides/notesSlide29.xml" Id="R05e042c9c51840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d9cecff6049f9" /><Relationship Type="http://schemas.openxmlformats.org/officeDocument/2006/relationships/image" Target="/ppt/media/image28.jpeg" Id="R10ba2271212847ca" /><Relationship Type="http://schemas.openxmlformats.org/officeDocument/2006/relationships/notesSlide" Target="/ppt/notesSlides/notesSlide30.xml" Id="R2ea4e2f7f24447f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25fa4601b4747" /><Relationship Type="http://schemas.openxmlformats.org/officeDocument/2006/relationships/image" Target="/ppt/media/image29.jpeg" Id="Rd589aa39bb4f44f5" /><Relationship Type="http://schemas.openxmlformats.org/officeDocument/2006/relationships/notesSlide" Target="/ppt/notesSlides/notesSlide31.xml" Id="R4a955d4dfe444b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726bd8f8940d9" /><Relationship Type="http://schemas.openxmlformats.org/officeDocument/2006/relationships/image" Target="/ppt/media/image30.jpeg" Id="R5d97abd438304990" /><Relationship Type="http://schemas.openxmlformats.org/officeDocument/2006/relationships/notesSlide" Target="/ppt/notesSlides/notesSlide32.xml" Id="Rc29730f6e53b464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6adca08c64b40" /><Relationship Type="http://schemas.openxmlformats.org/officeDocument/2006/relationships/image" Target="/ppt/media/image31.jpeg" Id="Rba69d9b3ec7a4066" /><Relationship Type="http://schemas.openxmlformats.org/officeDocument/2006/relationships/notesSlide" Target="/ppt/notesSlides/notesSlide33.xml" Id="Rddc163a17373455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9aa834694d8f" /><Relationship Type="http://schemas.openxmlformats.org/officeDocument/2006/relationships/image" Target="/ppt/media/image32.jpeg" Id="Rc587f2f534be497f" /><Relationship Type="http://schemas.openxmlformats.org/officeDocument/2006/relationships/notesSlide" Target="/ppt/notesSlides/notesSlide34.xml" Id="R7b48eef7efd84ce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c2d2e92d04445" /><Relationship Type="http://schemas.openxmlformats.org/officeDocument/2006/relationships/image" Target="/ppt/media/image33.jpeg" Id="R1ddb0191fec343c2" /><Relationship Type="http://schemas.openxmlformats.org/officeDocument/2006/relationships/notesSlide" Target="/ppt/notesSlides/notesSlide35.xml" Id="R2e0ec04613e0473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f04fa4a8a4e2c" /><Relationship Type="http://schemas.openxmlformats.org/officeDocument/2006/relationships/image" Target="/ppt/media/image34.jpeg" Id="R596eff336b8a4291" /><Relationship Type="http://schemas.openxmlformats.org/officeDocument/2006/relationships/notesSlide" Target="/ppt/notesSlides/notesSlide36.xml" Id="R2f2bc133f81642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5f26d3f344e1a" /><Relationship Type="http://schemas.openxmlformats.org/officeDocument/2006/relationships/image" Target="/ppt/media/image35.jpeg" Id="Rc487416a79a34ff3" /><Relationship Type="http://schemas.openxmlformats.org/officeDocument/2006/relationships/notesSlide" Target="/ppt/notesSlides/notesSlide37.xml" Id="R0e2281fb516a4d5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6efda5e8e4883" /><Relationship Type="http://schemas.openxmlformats.org/officeDocument/2006/relationships/image" Target="/ppt/media/image36.jpeg" Id="Re40ea08a78494da9" /><Relationship Type="http://schemas.openxmlformats.org/officeDocument/2006/relationships/notesSlide" Target="/ppt/notesSlides/notesSlide38.xml" Id="R5da30eb340454fd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95fd7b054a75" /><Relationship Type="http://schemas.openxmlformats.org/officeDocument/2006/relationships/image" Target="/ppt/media/image37.jpeg" Id="Re30ed8aa71344b7f" /><Relationship Type="http://schemas.openxmlformats.org/officeDocument/2006/relationships/notesSlide" Target="/ppt/notesSlides/notesSlide39.xml" Id="R390cae0672ae48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2fe90ae424487" /><Relationship Type="http://schemas.openxmlformats.org/officeDocument/2006/relationships/notesSlide" Target="/ppt/notesSlides/notesSlide40.xml" Id="R8100d6f402b848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b4d185af54f4e" /><Relationship Type="http://schemas.openxmlformats.org/officeDocument/2006/relationships/notesSlide" Target="/ppt/notesSlides/notesSlide41.xml" Id="Re18b02fb91ec4d4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a62ffa73d4704" /><Relationship Type="http://schemas.openxmlformats.org/officeDocument/2006/relationships/notesSlide" Target="/ppt/notesSlides/notesSlide42.xml" Id="R90902820892c41a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6dd55ffb04988" /><Relationship Type="http://schemas.openxmlformats.org/officeDocument/2006/relationships/notesSlide" Target="/ppt/notesSlides/notesSlide43.xml" Id="Rbb7460e78331478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966227c445db" /><Relationship Type="http://schemas.openxmlformats.org/officeDocument/2006/relationships/notesSlide" Target="/ppt/notesSlides/notesSlide44.xml" Id="R630d86bbe98f490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811e54e5c46bb" /><Relationship Type="http://schemas.openxmlformats.org/officeDocument/2006/relationships/notesSlide" Target="/ppt/notesSlides/notesSlide45.xml" Id="R65cbaacb4c88415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d0167aa6049cb" /><Relationship Type="http://schemas.openxmlformats.org/officeDocument/2006/relationships/notesSlide" Target="/ppt/notesSlides/notesSlide46.xml" Id="Rac065f428ab2400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32609ad4e4b66" /><Relationship Type="http://schemas.openxmlformats.org/officeDocument/2006/relationships/notesSlide" Target="/ppt/notesSlides/notesSlide47.xml" Id="R09cd010a6a3f4e7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a285c5b8a4090" /><Relationship Type="http://schemas.openxmlformats.org/officeDocument/2006/relationships/notesSlide" Target="/ppt/notesSlides/notesSlide48.xml" Id="Rc71226591091460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e0c74dee45df" /><Relationship Type="http://schemas.openxmlformats.org/officeDocument/2006/relationships/notesSlide" Target="/ppt/notesSlides/notesSlide49.xml" Id="R7704587ec2b646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9D7B0EA-4C56-4059-ACC0-731D02C8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33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LinkTwon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B39F525-7179-4684-A9C9-F26281A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テスト実施
エビデンス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0709C128-F8E0-4DE5-AC8C-3528A219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BE21DB7-4CE1-4488-9B86-7CD19EA0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876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実施日 2026/07/14  |  画面・API・自動試験ログ</a:t>
            </a:r>
          </a:p>
        </p:txBody>
      </p:sp>
      <p:sp>
        <p:nvSpPr>
          <p:cNvPr id="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EE417F7-8629-4BBE-B5A9-C7DCBEF6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D1 テスト計画対応</a:t>
            </a:r>
          </a:p>
        </p:txBody>
      </p:sp>
    </p:spTree>
    <p:extLst>
      <p:ext uri="{BB962C8B-B14F-4D97-AF65-F5344CB8AC3E}">
        <p14:creationId xmlns:p14="http://schemas.microsoft.com/office/powerpoint/2010/main" val="19309940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C0835BC2-A1CA-4A7A-AF43-F7ABE817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60件すべてPASS、未実施は0件</a:t>
            </a:r>
          </a:p>
        </p:txBody>
      </p:sp>
      <p:sp>
        <p:nvSpPr>
          <p:cNvPr id="2" name="summary-body">
            <a:extLst xmlns:a="http://schemas.openxmlformats.org/drawingml/2006/main">
              <a:ext uri="{FF2B5EF4-FFF2-40B4-BE49-F238E27FC236}">
                <a16:creationId xmlns:a16="http://schemas.microsoft.com/office/drawing/2014/main" id="{F93A0017-ECBF-4160-B56F-71F5882D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外部確認と副作用を伴う試験を完了し、変更したデモデータは復元済みです。</a:t>
            </a:r>
          </a:p>
        </p:txBody>
      </p:sp>
      <p:sp>
        <p:nvSpPr>
          <p:cNvPr id="3" name="defect-panel">
            <a:extLst xmlns:a="http://schemas.openxmlformats.org/drawingml/2006/main">
              <a:ext uri="{FF2B5EF4-FFF2-40B4-BE49-F238E27FC236}">
                <a16:creationId xmlns:a16="http://schemas.microsoft.com/office/drawing/2014/main" id="{FEE149A9-1842-4E8A-99CB-2EEA393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11277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  <a:ln xmlns:a="http://schemas.openxmlformats.org/drawingml/2006/main" w="9525">
            <a:solidFill>
              <a:srgbClr val="A7DDB9"/>
            </a:solidFill>
            <a:prstDash val="solid"/>
          </a:ln>
        </p:spPr>
      </p:sp>
      <p:sp>
        <p:nvSpPr>
          <p:cNvPr id="4" name="defect-label">
            <a:extLst xmlns:a="http://schemas.openxmlformats.org/drawingml/2006/main">
              <a:ext uri="{FF2B5EF4-FFF2-40B4-BE49-F238E27FC236}">
                <a16:creationId xmlns:a16="http://schemas.microsoft.com/office/drawing/2014/main" id="{06473A19-0815-481D-8760-237572ED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最終判定</a:t>
            </a:r>
          </a:p>
        </p:txBody>
      </p:sp>
      <p:sp>
        <p:nvSpPr>
          <p:cNvPr id="5" name="defect-text">
            <a:extLst xmlns:a="http://schemas.openxmlformats.org/drawingml/2006/main">
              <a:ext uri="{FF2B5EF4-FFF2-40B4-BE49-F238E27FC236}">
                <a16:creationId xmlns:a16="http://schemas.microsoft.com/office/drawing/2014/main" id="{124C859A-3095-444D-AA80-2CDCCA2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572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T-051/T-052をGitHub Actionsへ移行し、認証境界と30分間隔の更新処理を確認。全項目が期待値を満たしました。</a:t>
            </a:r>
          </a:p>
        </p:txBody>
      </p:sp>
      <p:sp>
        <p:nvSpPr>
          <p:cNvPr id="6" name="source-2">
            <a:extLst xmlns:a="http://schemas.openxmlformats.org/drawingml/2006/main">
              <a:ext uri="{FF2B5EF4-FFF2-40B4-BE49-F238E27FC236}">
                <a16:creationId xmlns:a16="http://schemas.microsoft.com/office/drawing/2014/main" id="{6A1CD6D6-EF4F-4A13-9D44-7282220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D1_テスト実施証跡_20260710.xlsx / 実施サマリー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F4F66F5B-002C-46D4-BF2E-E7B1AD1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8" name="stat-PASS">
            <a:extLst xmlns:a="http://schemas.openxmlformats.org/drawingml/2006/main">
              <a:ext uri="{FF2B5EF4-FFF2-40B4-BE49-F238E27FC236}">
                <a16:creationId xmlns:a16="http://schemas.microsoft.com/office/drawing/2014/main" id="{F2D0AE81-BA36-4155-83A7-E34F0F0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2552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9" name="stat-label-PASS">
            <a:extLst xmlns:a="http://schemas.openxmlformats.org/drawingml/2006/main">
              <a:ext uri="{FF2B5EF4-FFF2-40B4-BE49-F238E27FC236}">
                <a16:creationId xmlns:a16="http://schemas.microsoft.com/office/drawing/2014/main" id="{FF02AA6E-0EC8-4D3D-AE33-505F31B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10" name="stat-value-PASS">
            <a:extLst xmlns:a="http://schemas.openxmlformats.org/drawingml/2006/main">
              <a:ext uri="{FF2B5EF4-FFF2-40B4-BE49-F238E27FC236}">
                <a16:creationId xmlns:a16="http://schemas.microsoft.com/office/drawing/2014/main" id="{4B767C16-9FED-4F11-B4F7-166338D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9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60</a:t>
            </a:r>
          </a:p>
        </p:txBody>
      </p:sp>
      <p:sp>
        <p:nvSpPr>
          <p:cNvPr id="11" name="stat-PARTIAL">
            <a:extLst xmlns:a="http://schemas.openxmlformats.org/drawingml/2006/main">
              <a:ext uri="{FF2B5EF4-FFF2-40B4-BE49-F238E27FC236}">
                <a16:creationId xmlns:a16="http://schemas.microsoft.com/office/drawing/2014/main" id="{8FE0258E-EB79-4931-A9D2-A36BE5A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2552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</p:spPr>
      </p:sp>
      <p:sp>
        <p:nvSpPr>
          <p:cNvPr id="12" name="stat-label-PARTIAL">
            <a:extLst xmlns:a="http://schemas.openxmlformats.org/drawingml/2006/main">
              <a:ext uri="{FF2B5EF4-FFF2-40B4-BE49-F238E27FC236}">
                <a16:creationId xmlns:a16="http://schemas.microsoft.com/office/drawing/2014/main" id="{B7A76BC5-738E-4B45-A10E-AD6D368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6100"/>
                </a:solidFill>
                <a:latin typeface="Arial"/>
                <a:ea typeface="Arial"/>
                <a:cs typeface="Arial"/>
              </a:defRPr>
            </a:pPr>
            <a:r>
              <a:t>PARTIAL</a:t>
            </a:r>
          </a:p>
        </p:txBody>
      </p:sp>
      <p:sp>
        <p:nvSpPr>
          <p:cNvPr id="13" name="stat-value-PARTIAL">
            <a:extLst xmlns:a="http://schemas.openxmlformats.org/drawingml/2006/main">
              <a:ext uri="{FF2B5EF4-FFF2-40B4-BE49-F238E27FC236}">
                <a16:creationId xmlns:a16="http://schemas.microsoft.com/office/drawing/2014/main" id="{9CBFEE1F-5A7F-4951-936E-CA761E8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09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4" name="stat-FAIL">
            <a:extLst xmlns:a="http://schemas.openxmlformats.org/drawingml/2006/main">
              <a:ext uri="{FF2B5EF4-FFF2-40B4-BE49-F238E27FC236}">
                <a16:creationId xmlns:a16="http://schemas.microsoft.com/office/drawing/2014/main" id="{46256607-0719-4ED3-8493-FC6BD0B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2552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</p:spPr>
      </p:sp>
      <p:sp>
        <p:nvSpPr>
          <p:cNvPr id="15" name="stat-label-FAIL">
            <a:extLst xmlns:a="http://schemas.openxmlformats.org/drawingml/2006/main">
              <a:ext uri="{FF2B5EF4-FFF2-40B4-BE49-F238E27FC236}">
                <a16:creationId xmlns:a16="http://schemas.microsoft.com/office/drawing/2014/main" id="{5A9F27C0-525B-4EC0-AE95-2B5387A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t>FAIL</a:t>
            </a:r>
          </a:p>
        </p:txBody>
      </p:sp>
      <p:sp>
        <p:nvSpPr>
          <p:cNvPr id="16" name="stat-value-FAIL">
            <a:extLst xmlns:a="http://schemas.openxmlformats.org/drawingml/2006/main">
              <a:ext uri="{FF2B5EF4-FFF2-40B4-BE49-F238E27FC236}">
                <a16:creationId xmlns:a16="http://schemas.microsoft.com/office/drawing/2014/main" id="{A0634998-36FC-41A8-988C-896D246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9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7" name="stat-NOT EXECUTED">
            <a:extLst xmlns:a="http://schemas.openxmlformats.org/drawingml/2006/main">
              <a:ext uri="{FF2B5EF4-FFF2-40B4-BE49-F238E27FC236}">
                <a16:creationId xmlns:a16="http://schemas.microsoft.com/office/drawing/2014/main" id="{178127E6-D4EE-4DAA-A590-738A9E1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2552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F3"/>
          </a:solidFill>
        </p:spPr>
      </p:sp>
      <p:sp>
        <p:nvSpPr>
          <p:cNvPr id="18" name="stat-label-NOT EXECUTED">
            <a:extLst xmlns:a="http://schemas.openxmlformats.org/drawingml/2006/main">
              <a:ext uri="{FF2B5EF4-FFF2-40B4-BE49-F238E27FC236}">
                <a16:creationId xmlns:a16="http://schemas.microsoft.com/office/drawing/2014/main" id="{595325D7-8DC7-4EBB-9F63-2940E93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1D4E"/>
                </a:solidFill>
                <a:latin typeface="Arial"/>
                <a:ea typeface="Arial"/>
                <a:cs typeface="Arial"/>
              </a:defRPr>
            </a:pPr>
            <a:r>
              <a:t>NOT EXECUTED</a:t>
            </a:r>
          </a:p>
        </p:txBody>
      </p:sp>
      <p:sp>
        <p:nvSpPr>
          <p:cNvPr id="19" name="stat-value-NOT EXECUTED">
            <a:extLst xmlns:a="http://schemas.openxmlformats.org/drawingml/2006/main">
              <a:ext uri="{FF2B5EF4-FFF2-40B4-BE49-F238E27FC236}">
                <a16:creationId xmlns:a16="http://schemas.microsoft.com/office/drawing/2014/main" id="{A8E3BB8D-7C9D-446A-8D84-D2FAF66F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209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4266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92C1BF0A-B9D7-4AF6-AC22-858205C4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T-002  |  利用者ログインが成功しホームへ遷移</a:t>
            </a:r>
          </a:p>
        </p:txBody>
      </p:sp>
      <p:sp>
        <p:nvSpPr>
          <p:cNvPr id="2" name="status-bg-3">
            <a:extLst xmlns:a="http://schemas.openxmlformats.org/drawingml/2006/main">
              <a:ext uri="{FF2B5EF4-FFF2-40B4-BE49-F238E27FC236}">
                <a16:creationId xmlns:a16="http://schemas.microsoft.com/office/drawing/2014/main" id="{036617EA-025E-4BAB-9767-29001C5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">
            <a:extLst xmlns:a="http://schemas.openxmlformats.org/drawingml/2006/main">
              <a:ext uri="{FF2B5EF4-FFF2-40B4-BE49-F238E27FC236}">
                <a16:creationId xmlns:a16="http://schemas.microsoft.com/office/drawing/2014/main" id="{5C0DDFA7-A820-43C4-99BF-B3FA7CCF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">
            <a:extLst xmlns:a="http://schemas.openxmlformats.org/drawingml/2006/main">
              <a:ext uri="{FF2B5EF4-FFF2-40B4-BE49-F238E27FC236}">
                <a16:creationId xmlns:a16="http://schemas.microsoft.com/office/drawing/2014/main" id="{A91E4FC9-A216-4AAC-A96A-A4B02E85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">
            <a:extLst xmlns:a="http://schemas.openxmlformats.org/drawingml/2006/main">
              <a:ext uri="{FF2B5EF4-FFF2-40B4-BE49-F238E27FC236}">
                <a16:creationId xmlns:a16="http://schemas.microsoft.com/office/drawing/2014/main" id="{E7F056A5-E2F2-4B5E-B5BB-44101D9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screenshots/T-002_user_login.png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4E65BA24-EAFC-414C-8006-BE6D4EF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8ee904264fb5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25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E3C9B945-0F2E-40FB-ABAA-F19868A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T-003  |  誤った利用者資格情報を拒否</a:t>
            </a:r>
          </a:p>
        </p:txBody>
      </p:sp>
      <p:sp>
        <p:nvSpPr>
          <p:cNvPr id="2" name="status-bg-4">
            <a:extLst xmlns:a="http://schemas.openxmlformats.org/drawingml/2006/main">
              <a:ext uri="{FF2B5EF4-FFF2-40B4-BE49-F238E27FC236}">
                <a16:creationId xmlns:a16="http://schemas.microsoft.com/office/drawing/2014/main" id="{FE44EDC0-D7A4-42AD-A470-B5DA7D7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4">
            <a:extLst xmlns:a="http://schemas.openxmlformats.org/drawingml/2006/main">
              <a:ext uri="{FF2B5EF4-FFF2-40B4-BE49-F238E27FC236}">
                <a16:creationId xmlns:a16="http://schemas.microsoft.com/office/drawing/2014/main" id="{7A931656-D349-49F8-8C2D-182EB81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4">
            <a:extLst xmlns:a="http://schemas.openxmlformats.org/drawingml/2006/main">
              <a:ext uri="{FF2B5EF4-FFF2-40B4-BE49-F238E27FC236}">
                <a16:creationId xmlns:a16="http://schemas.microsoft.com/office/drawing/2014/main" id="{5DA5A3F1-8702-4025-9C36-707BDACC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5AD2BDDB-9D9C-4B4A-B3FD-835500F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screenshots/T-003_invalid_login.png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A84F8A95-178E-4AB3-91FF-A94F73D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5cbd87f4d4fef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42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173DEEF4-DC36-4926-BD43-1325DB6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T-005  |  実SMTPメールが外部受信箱へ到着</a:t>
            </a:r>
          </a:p>
        </p:txBody>
      </p:sp>
      <p:sp>
        <p:nvSpPr>
          <p:cNvPr id="2" name="status-bg-5">
            <a:extLst xmlns:a="http://schemas.openxmlformats.org/drawingml/2006/main">
              <a:ext uri="{FF2B5EF4-FFF2-40B4-BE49-F238E27FC236}">
                <a16:creationId xmlns:a16="http://schemas.microsoft.com/office/drawing/2014/main" id="{133C4CC5-E4D9-4357-98FF-74CAC36E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5">
            <a:extLst xmlns:a="http://schemas.openxmlformats.org/drawingml/2006/main">
              <a:ext uri="{FF2B5EF4-FFF2-40B4-BE49-F238E27FC236}">
                <a16:creationId xmlns:a16="http://schemas.microsoft.com/office/drawing/2014/main" id="{60412504-D31D-4607-90DE-B496D2F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5">
            <a:extLst xmlns:a="http://schemas.openxmlformats.org/drawingml/2006/main">
              <a:ext uri="{FF2B5EF4-FFF2-40B4-BE49-F238E27FC236}">
                <a16:creationId xmlns:a16="http://schemas.microsoft.com/office/drawing/2014/main" id="{5746EFE5-F17D-4621-B2AC-E273249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5">
            <a:extLst xmlns:a="http://schemas.openxmlformats.org/drawingml/2006/main">
              <a:ext uri="{FF2B5EF4-FFF2-40B4-BE49-F238E27FC236}">
                <a16:creationId xmlns:a16="http://schemas.microsoft.com/office/drawing/2014/main" id="{6F666827-C898-45A3-BB75-69C69C7A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screenshots/T-005-password-reset-email-inbox-live-20260714.png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799B4D45-F90E-489B-B199-E75A4CE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0affaa6824294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686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3DBC33A-E11F-42CD-8D95-E72B2924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T-005  |  再設定メールの送信完了を表示</a:t>
            </a:r>
          </a:p>
        </p:txBody>
      </p:sp>
      <p:sp>
        <p:nvSpPr>
          <p:cNvPr id="2" name="status-bg-6">
            <a:extLst xmlns:a="http://schemas.openxmlformats.org/drawingml/2006/main">
              <a:ext uri="{FF2B5EF4-FFF2-40B4-BE49-F238E27FC236}">
                <a16:creationId xmlns:a16="http://schemas.microsoft.com/office/drawing/2014/main" id="{F9728E0D-C3D3-4E3C-817D-EE92F6D2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6">
            <a:extLst xmlns:a="http://schemas.openxmlformats.org/drawingml/2006/main">
              <a:ext uri="{FF2B5EF4-FFF2-40B4-BE49-F238E27FC236}">
                <a16:creationId xmlns:a16="http://schemas.microsoft.com/office/drawing/2014/main" id="{0483AEAD-52A4-4A99-A3C8-E78AF7AE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6">
            <a:extLst xmlns:a="http://schemas.openxmlformats.org/drawingml/2006/main">
              <a:ext uri="{FF2B5EF4-FFF2-40B4-BE49-F238E27FC236}">
                <a16:creationId xmlns:a16="http://schemas.microsoft.com/office/drawing/2014/main" id="{4E85AB1D-F7CB-4183-94B6-13A9C961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6">
            <a:extLst xmlns:a="http://schemas.openxmlformats.org/drawingml/2006/main">
              <a:ext uri="{FF2B5EF4-FFF2-40B4-BE49-F238E27FC236}">
                <a16:creationId xmlns:a16="http://schemas.microsoft.com/office/drawing/2014/main" id="{1EF69DB3-1ECC-4F21-B49C-346E9716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screenshots/T-005-password-reset-sent-live-20260714.png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C738947-6BCC-446B-A091-7A07758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331aded947a7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873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A9A935A4-EF41-4DB4-8026-BBAB13D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T-006  |  変更後パスワードでログイン成功</a:t>
            </a:r>
          </a:p>
        </p:txBody>
      </p:sp>
      <p:sp>
        <p:nvSpPr>
          <p:cNvPr id="2" name="status-bg-7">
            <a:extLst xmlns:a="http://schemas.openxmlformats.org/drawingml/2006/main">
              <a:ext uri="{FF2B5EF4-FFF2-40B4-BE49-F238E27FC236}">
                <a16:creationId xmlns:a16="http://schemas.microsoft.com/office/drawing/2014/main" id="{6512473C-034F-41CF-81C8-27B1199F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7">
            <a:extLst xmlns:a="http://schemas.openxmlformats.org/drawingml/2006/main">
              <a:ext uri="{FF2B5EF4-FFF2-40B4-BE49-F238E27FC236}">
                <a16:creationId xmlns:a16="http://schemas.microsoft.com/office/drawing/2014/main" id="{A54978DA-8A02-4C2C-93AC-4BC7F8AA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7">
            <a:extLst xmlns:a="http://schemas.openxmlformats.org/drawingml/2006/main">
              <a:ext uri="{FF2B5EF4-FFF2-40B4-BE49-F238E27FC236}">
                <a16:creationId xmlns:a16="http://schemas.microsoft.com/office/drawing/2014/main" id="{17F943EA-B7EA-4A63-930A-E523C48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7">
            <a:extLst xmlns:a="http://schemas.openxmlformats.org/drawingml/2006/main">
              <a:ext uri="{FF2B5EF4-FFF2-40B4-BE49-F238E27FC236}">
                <a16:creationId xmlns:a16="http://schemas.microsoft.com/office/drawing/2014/main" id="{181F68B3-15FB-4C4B-9584-42EFB10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screenshots/T-006-password-reset-login-live-20260714.png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07FFA1AD-3B2C-4588-B877-01489370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c50a0fa074d08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294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C27D90CC-00D3-40C8-98A5-47982BDF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T-008  |  利用者ホームに主要情報を表示</a:t>
            </a:r>
          </a:p>
        </p:txBody>
      </p:sp>
      <p:sp>
        <p:nvSpPr>
          <p:cNvPr id="2" name="status-bg-8">
            <a:extLst xmlns:a="http://schemas.openxmlformats.org/drawingml/2006/main">
              <a:ext uri="{FF2B5EF4-FFF2-40B4-BE49-F238E27FC236}">
                <a16:creationId xmlns:a16="http://schemas.microsoft.com/office/drawing/2014/main" id="{BCC676DF-7A36-4D81-9567-7D4720B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8">
            <a:extLst xmlns:a="http://schemas.openxmlformats.org/drawingml/2006/main">
              <a:ext uri="{FF2B5EF4-FFF2-40B4-BE49-F238E27FC236}">
                <a16:creationId xmlns:a16="http://schemas.microsoft.com/office/drawing/2014/main" id="{8AEEE97F-DA62-4773-8918-AEEC4258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8">
            <a:extLst xmlns:a="http://schemas.openxmlformats.org/drawingml/2006/main">
              <a:ext uri="{FF2B5EF4-FFF2-40B4-BE49-F238E27FC236}">
                <a16:creationId xmlns:a16="http://schemas.microsoft.com/office/drawing/2014/main" id="{A1B63447-AB8B-4D78-98E8-3433534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8">
            <a:extLst xmlns:a="http://schemas.openxmlformats.org/drawingml/2006/main">
              <a:ext uri="{FF2B5EF4-FFF2-40B4-BE49-F238E27FC236}">
                <a16:creationId xmlns:a16="http://schemas.microsoft.com/office/drawing/2014/main" id="{A36B9666-6438-4550-8AF3-FA8DC4B0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screenshots/T-008_home.png</a:t>
            </a: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549DE685-87E6-413C-BF97-EEA40EF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0a59f212e44ee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409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67EC022B-2A2F-4591-A87F-33C5635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T-010  |  API到達不能時も接続エラーを明示</a:t>
            </a:r>
          </a:p>
        </p:txBody>
      </p:sp>
      <p:sp>
        <p:nvSpPr>
          <p:cNvPr id="2" name="status-bg-9">
            <a:extLst xmlns:a="http://schemas.openxmlformats.org/drawingml/2006/main">
              <a:ext uri="{FF2B5EF4-FFF2-40B4-BE49-F238E27FC236}">
                <a16:creationId xmlns:a16="http://schemas.microsoft.com/office/drawing/2014/main" id="{45AE837D-3FE2-4DC7-947C-9BEC6F24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9">
            <a:extLst xmlns:a="http://schemas.openxmlformats.org/drawingml/2006/main">
              <a:ext uri="{FF2B5EF4-FFF2-40B4-BE49-F238E27FC236}">
                <a16:creationId xmlns:a16="http://schemas.microsoft.com/office/drawing/2014/main" id="{0CD7E4F5-8D32-494E-B7DA-89466E7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9">
            <a:extLst xmlns:a="http://schemas.openxmlformats.org/drawingml/2006/main">
              <a:ext uri="{FF2B5EF4-FFF2-40B4-BE49-F238E27FC236}">
                <a16:creationId xmlns:a16="http://schemas.microsoft.com/office/drawing/2014/main" id="{1B970C2D-32D0-4D6B-A3FB-057DCDA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9">
            <a:extLst xmlns:a="http://schemas.openxmlformats.org/drawingml/2006/main">
              <a:ext uri="{FF2B5EF4-FFF2-40B4-BE49-F238E27FC236}">
                <a16:creationId xmlns:a16="http://schemas.microsoft.com/office/drawing/2014/main" id="{872CE8FF-30D6-4EA8-A941-FBAC7BB2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screenshots/T-010-api-unreachable-live-20260714.png</a:t>
            </a: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EA06F3BB-119B-40A9-B890-7EDC5945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627b5ba944ddd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9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515F934E-9D35-4C4A-9C47-513EB17B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T-011  |  公開イベントを一覧表示</a:t>
            </a:r>
          </a:p>
        </p:txBody>
      </p:sp>
      <p:sp>
        <p:nvSpPr>
          <p:cNvPr id="2" name="status-bg-10">
            <a:extLst xmlns:a="http://schemas.openxmlformats.org/drawingml/2006/main">
              <a:ext uri="{FF2B5EF4-FFF2-40B4-BE49-F238E27FC236}">
                <a16:creationId xmlns:a16="http://schemas.microsoft.com/office/drawing/2014/main" id="{E66CAA43-3BE3-41B3-9995-E4282A8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0">
            <a:extLst xmlns:a="http://schemas.openxmlformats.org/drawingml/2006/main">
              <a:ext uri="{FF2B5EF4-FFF2-40B4-BE49-F238E27FC236}">
                <a16:creationId xmlns:a16="http://schemas.microsoft.com/office/drawing/2014/main" id="{B2BD6D79-B4CC-4D85-AE16-E2C59C8F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0">
            <a:extLst xmlns:a="http://schemas.openxmlformats.org/drawingml/2006/main">
              <a:ext uri="{FF2B5EF4-FFF2-40B4-BE49-F238E27FC236}">
                <a16:creationId xmlns:a16="http://schemas.microsoft.com/office/drawing/2014/main" id="{7786D109-98B1-428B-BB6B-E89AAA0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0">
            <a:extLst xmlns:a="http://schemas.openxmlformats.org/drawingml/2006/main">
              <a:ext uri="{FF2B5EF4-FFF2-40B4-BE49-F238E27FC236}">
                <a16:creationId xmlns:a16="http://schemas.microsoft.com/office/drawing/2014/main" id="{B549CB94-D4DC-4B4F-A43A-7AEBC31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screenshots/T-011_event_list.png</a:t>
            </a: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F8492D4F-C726-49A0-B101-966E7782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5fb044944c4e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00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D6D9D916-EF7D-4044-A270-2C50E3DD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T-012  |  いいね済みタブの表示を確認</a:t>
            </a:r>
          </a:p>
        </p:txBody>
      </p:sp>
      <p:sp>
        <p:nvSpPr>
          <p:cNvPr id="2" name="status-bg-11">
            <a:extLst xmlns:a="http://schemas.openxmlformats.org/drawingml/2006/main">
              <a:ext uri="{FF2B5EF4-FFF2-40B4-BE49-F238E27FC236}">
                <a16:creationId xmlns:a16="http://schemas.microsoft.com/office/drawing/2014/main" id="{A319EBCA-1428-421C-9328-1B14D65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1">
            <a:extLst xmlns:a="http://schemas.openxmlformats.org/drawingml/2006/main">
              <a:ext uri="{FF2B5EF4-FFF2-40B4-BE49-F238E27FC236}">
                <a16:creationId xmlns:a16="http://schemas.microsoft.com/office/drawing/2014/main" id="{79282092-0C25-45B4-893F-0F9FDFBC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1">
            <a:extLst xmlns:a="http://schemas.openxmlformats.org/drawingml/2006/main">
              <a:ext uri="{FF2B5EF4-FFF2-40B4-BE49-F238E27FC236}">
                <a16:creationId xmlns:a16="http://schemas.microsoft.com/office/drawing/2014/main" id="{E4E076EA-43B2-4BE5-ABED-ED591020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1">
            <a:extLst xmlns:a="http://schemas.openxmlformats.org/drawingml/2006/main">
              <a:ext uri="{FF2B5EF4-FFF2-40B4-BE49-F238E27FC236}">
                <a16:creationId xmlns:a16="http://schemas.microsoft.com/office/drawing/2014/main" id="{036F27D0-DBA0-4216-BBB7-B474F0A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screenshots/T-012_liked_tab.png</a:t>
            </a: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D21E33F0-8126-42B6-9339-A6AE0D35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4dc4777924a5f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822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32144F22-C3DD-4380-A72D-2A4AF87F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T-012  |  応募済みタブの表示を確認</a:t>
            </a:r>
          </a:p>
        </p:txBody>
      </p:sp>
      <p:sp>
        <p:nvSpPr>
          <p:cNvPr id="2" name="status-bg-12">
            <a:extLst xmlns:a="http://schemas.openxmlformats.org/drawingml/2006/main">
              <a:ext uri="{FF2B5EF4-FFF2-40B4-BE49-F238E27FC236}">
                <a16:creationId xmlns:a16="http://schemas.microsoft.com/office/drawing/2014/main" id="{8B903C07-1617-478C-8B00-1F22183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2">
            <a:extLst xmlns:a="http://schemas.openxmlformats.org/drawingml/2006/main">
              <a:ext uri="{FF2B5EF4-FFF2-40B4-BE49-F238E27FC236}">
                <a16:creationId xmlns:a16="http://schemas.microsoft.com/office/drawing/2014/main" id="{5C5BEF98-1C97-41E9-B549-C5FC20E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2">
            <a:extLst xmlns:a="http://schemas.openxmlformats.org/drawingml/2006/main">
              <a:ext uri="{FF2B5EF4-FFF2-40B4-BE49-F238E27FC236}">
                <a16:creationId xmlns:a16="http://schemas.microsoft.com/office/drawing/2014/main" id="{BBD4A334-3327-4851-83DC-C174AD0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2">
            <a:extLst xmlns:a="http://schemas.openxmlformats.org/drawingml/2006/main">
              <a:ext uri="{FF2B5EF4-FFF2-40B4-BE49-F238E27FC236}">
                <a16:creationId xmlns:a16="http://schemas.microsoft.com/office/drawing/2014/main" id="{9DFC2D6F-A56F-402D-8E5F-3C76F27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screenshots/T-012_participated_tab.png</a:t>
            </a:r>
          </a:p>
        </p:txBody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3598F84D-0544-457C-BDA6-78DCD36A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d152cb5394e76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486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D08ABDC9-98C0-4D94-9EAF-1D54D3E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T-012  |  おすすめタブの表示を確認</a:t>
            </a:r>
          </a:p>
        </p:txBody>
      </p:sp>
      <p:sp>
        <p:nvSpPr>
          <p:cNvPr id="2" name="status-bg-13">
            <a:extLst xmlns:a="http://schemas.openxmlformats.org/drawingml/2006/main">
              <a:ext uri="{FF2B5EF4-FFF2-40B4-BE49-F238E27FC236}">
                <a16:creationId xmlns:a16="http://schemas.microsoft.com/office/drawing/2014/main" id="{C05F1251-0972-4177-A79C-E7600AF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3">
            <a:extLst xmlns:a="http://schemas.openxmlformats.org/drawingml/2006/main">
              <a:ext uri="{FF2B5EF4-FFF2-40B4-BE49-F238E27FC236}">
                <a16:creationId xmlns:a16="http://schemas.microsoft.com/office/drawing/2014/main" id="{B3E7E936-3A80-476F-8A25-981991FE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3">
            <a:extLst xmlns:a="http://schemas.openxmlformats.org/drawingml/2006/main">
              <a:ext uri="{FF2B5EF4-FFF2-40B4-BE49-F238E27FC236}">
                <a16:creationId xmlns:a16="http://schemas.microsoft.com/office/drawing/2014/main" id="{1CC8A1D2-D4EA-4DAC-9CDE-4498CBD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3">
            <a:extLst xmlns:a="http://schemas.openxmlformats.org/drawingml/2006/main">
              <a:ext uri="{FF2B5EF4-FFF2-40B4-BE49-F238E27FC236}">
                <a16:creationId xmlns:a16="http://schemas.microsoft.com/office/drawing/2014/main" id="{294CA1CE-2A11-4BC0-9BAF-382D88C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screenshots/T-012_recommended_tab.png</a:t>
            </a:r>
          </a:p>
        </p:txBody>
      </p:sp>
      <p:sp>
        <p:nvSpPr>
          <p:cNvPr id="6" name="page-13">
            <a:extLst xmlns:a="http://schemas.openxmlformats.org/drawingml/2006/main">
              <a:ext uri="{FF2B5EF4-FFF2-40B4-BE49-F238E27FC236}">
                <a16:creationId xmlns:a16="http://schemas.microsoft.com/office/drawing/2014/main" id="{83F59870-D6BA-40F7-AE7A-89BD0B7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02a8ee5b347c0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980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DAA955E5-7BB4-4430-9B41-D4BAB1A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T-013  |  イベント詳細の補助画面証跡</a:t>
            </a:r>
          </a:p>
        </p:txBody>
      </p:sp>
      <p:sp>
        <p:nvSpPr>
          <p:cNvPr id="2" name="status-bg-14">
            <a:extLst xmlns:a="http://schemas.openxmlformats.org/drawingml/2006/main">
              <a:ext uri="{FF2B5EF4-FFF2-40B4-BE49-F238E27FC236}">
                <a16:creationId xmlns:a16="http://schemas.microsoft.com/office/drawing/2014/main" id="{D008A949-249B-4B7A-B629-BB389C7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4">
            <a:extLst xmlns:a="http://schemas.openxmlformats.org/drawingml/2006/main">
              <a:ext uri="{FF2B5EF4-FFF2-40B4-BE49-F238E27FC236}">
                <a16:creationId xmlns:a16="http://schemas.microsoft.com/office/drawing/2014/main" id="{B95A4308-8BB9-49A1-B2F8-DD63D9F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4">
            <a:extLst xmlns:a="http://schemas.openxmlformats.org/drawingml/2006/main">
              <a:ext uri="{FF2B5EF4-FFF2-40B4-BE49-F238E27FC236}">
                <a16:creationId xmlns:a16="http://schemas.microsoft.com/office/drawing/2014/main" id="{2B462981-2C8E-4A29-A8FC-EC825252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4">
            <a:extLst xmlns:a="http://schemas.openxmlformats.org/drawingml/2006/main">
              <a:ext uri="{FF2B5EF4-FFF2-40B4-BE49-F238E27FC236}">
                <a16:creationId xmlns:a16="http://schemas.microsoft.com/office/drawing/2014/main" id="{E023F03C-CB35-44AC-87FF-6FBD7062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screenshots/T-013_event_detail.png</a:t>
            </a:r>
          </a:p>
        </p:txBody>
      </p:sp>
      <p:sp>
        <p:nvSpPr>
          <p:cNvPr id="6" name="page-14">
            <a:extLst xmlns:a="http://schemas.openxmlformats.org/drawingml/2006/main">
              <a:ext uri="{FF2B5EF4-FFF2-40B4-BE49-F238E27FC236}">
                <a16:creationId xmlns:a16="http://schemas.microsoft.com/office/drawing/2014/main" id="{FABD261F-955E-4B03-9991-E0BFC8E5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6c938f2e24ee0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312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5B1FE88-BEBA-490F-BF2D-A0901E87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T-013  |  イベント詳細モーダルの項目を確認</a:t>
            </a:r>
          </a:p>
        </p:txBody>
      </p:sp>
      <p:sp>
        <p:nvSpPr>
          <p:cNvPr id="2" name="status-bg-15">
            <a:extLst xmlns:a="http://schemas.openxmlformats.org/drawingml/2006/main">
              <a:ext uri="{FF2B5EF4-FFF2-40B4-BE49-F238E27FC236}">
                <a16:creationId xmlns:a16="http://schemas.microsoft.com/office/drawing/2014/main" id="{3B718E2F-668E-4CF1-B572-B09FB48B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5">
            <a:extLst xmlns:a="http://schemas.openxmlformats.org/drawingml/2006/main">
              <a:ext uri="{FF2B5EF4-FFF2-40B4-BE49-F238E27FC236}">
                <a16:creationId xmlns:a16="http://schemas.microsoft.com/office/drawing/2014/main" id="{CB209468-EE78-4DC8-AD2D-16B24ACC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5">
            <a:extLst xmlns:a="http://schemas.openxmlformats.org/drawingml/2006/main">
              <a:ext uri="{FF2B5EF4-FFF2-40B4-BE49-F238E27FC236}">
                <a16:creationId xmlns:a16="http://schemas.microsoft.com/office/drawing/2014/main" id="{0B395272-9B94-4AEC-87AE-3786477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5">
            <a:extLst xmlns:a="http://schemas.openxmlformats.org/drawingml/2006/main">
              <a:ext uri="{FF2B5EF4-FFF2-40B4-BE49-F238E27FC236}">
                <a16:creationId xmlns:a16="http://schemas.microsoft.com/office/drawing/2014/main" id="{9A40DD28-2AEB-4749-BDED-CDDEA1F8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screenshots/T-013_event_detail_verified.png</a:t>
            </a:r>
          </a:p>
        </p:txBody>
      </p:sp>
      <p:sp>
        <p:nvSpPr>
          <p:cNvPr id="6" name="page-15">
            <a:extLst xmlns:a="http://schemas.openxmlformats.org/drawingml/2006/main">
              <a:ext uri="{FF2B5EF4-FFF2-40B4-BE49-F238E27FC236}">
                <a16:creationId xmlns:a16="http://schemas.microsoft.com/office/drawing/2014/main" id="{B4A6A901-8FD2-409D-8022-496C8A5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f56d169d84066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483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3369D426-F2E1-47C3-BB14-38B3FE68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T-014  |  下フリックで詳細モーダルを閉鎖</a:t>
            </a:r>
          </a:p>
        </p:txBody>
      </p:sp>
      <p:sp>
        <p:nvSpPr>
          <p:cNvPr id="2" name="status-bg-16">
            <a:extLst xmlns:a="http://schemas.openxmlformats.org/drawingml/2006/main">
              <a:ext uri="{FF2B5EF4-FFF2-40B4-BE49-F238E27FC236}">
                <a16:creationId xmlns:a16="http://schemas.microsoft.com/office/drawing/2014/main" id="{212FD4E6-7716-4836-96A7-BF03BF89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6">
            <a:extLst xmlns:a="http://schemas.openxmlformats.org/drawingml/2006/main">
              <a:ext uri="{FF2B5EF4-FFF2-40B4-BE49-F238E27FC236}">
                <a16:creationId xmlns:a16="http://schemas.microsoft.com/office/drawing/2014/main" id="{5BF1EF50-7BCF-4608-B198-C546009B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6">
            <a:extLst xmlns:a="http://schemas.openxmlformats.org/drawingml/2006/main">
              <a:ext uri="{FF2B5EF4-FFF2-40B4-BE49-F238E27FC236}">
                <a16:creationId xmlns:a16="http://schemas.microsoft.com/office/drawing/2014/main" id="{1D581700-F94A-407F-946C-81E7B9BD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6">
            <a:extLst xmlns:a="http://schemas.openxmlformats.org/drawingml/2006/main">
              <a:ext uri="{FF2B5EF4-FFF2-40B4-BE49-F238E27FC236}">
                <a16:creationId xmlns:a16="http://schemas.microsoft.com/office/drawing/2014/main" id="{75873DA0-067B-448D-9FFB-D824779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screenshots/T-014_down_swipe_closed.png</a:t>
            </a:r>
          </a:p>
        </p:txBody>
      </p:sp>
      <p:sp>
        <p:nvSpPr>
          <p:cNvPr id="6" name="page-16">
            <a:extLst xmlns:a="http://schemas.openxmlformats.org/drawingml/2006/main">
              <a:ext uri="{FF2B5EF4-FFF2-40B4-BE49-F238E27FC236}">
                <a16:creationId xmlns:a16="http://schemas.microsoft.com/office/drawing/2014/main" id="{29B20F4A-479B-4AC8-A8E0-E321FD9A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16f3b02834223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60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53678977-4304-4830-9ED8-9BE38889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T-014  |  外側タップで詳細モーダルを閉鎖</a:t>
            </a:r>
          </a:p>
        </p:txBody>
      </p:sp>
      <p:sp>
        <p:nvSpPr>
          <p:cNvPr id="2" name="status-bg-17">
            <a:extLst xmlns:a="http://schemas.openxmlformats.org/drawingml/2006/main">
              <a:ext uri="{FF2B5EF4-FFF2-40B4-BE49-F238E27FC236}">
                <a16:creationId xmlns:a16="http://schemas.microsoft.com/office/drawing/2014/main" id="{D878B580-5A35-424F-BCAC-6BA99A99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7">
            <a:extLst xmlns:a="http://schemas.openxmlformats.org/drawingml/2006/main">
              <a:ext uri="{FF2B5EF4-FFF2-40B4-BE49-F238E27FC236}">
                <a16:creationId xmlns:a16="http://schemas.microsoft.com/office/drawing/2014/main" id="{34AA8B9B-7429-4AA1-8F3F-CCDA470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7">
            <a:extLst xmlns:a="http://schemas.openxmlformats.org/drawingml/2006/main">
              <a:ext uri="{FF2B5EF4-FFF2-40B4-BE49-F238E27FC236}">
                <a16:creationId xmlns:a16="http://schemas.microsoft.com/office/drawing/2014/main" id="{A26A08AA-50C4-4F9C-B085-F2BEF65D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7">
            <a:extLst xmlns:a="http://schemas.openxmlformats.org/drawingml/2006/main">
              <a:ext uri="{FF2B5EF4-FFF2-40B4-BE49-F238E27FC236}">
                <a16:creationId xmlns:a16="http://schemas.microsoft.com/office/drawing/2014/main" id="{63C2C39A-1003-4340-A447-41CA169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screenshots/T-014_outside_tap_closed.png</a:t>
            </a:r>
          </a:p>
        </p:txBody>
      </p:sp>
      <p:sp>
        <p:nvSpPr>
          <p:cNvPr id="6" name="page-17">
            <a:extLst xmlns:a="http://schemas.openxmlformats.org/drawingml/2006/main">
              <a:ext uri="{FF2B5EF4-FFF2-40B4-BE49-F238E27FC236}">
                <a16:creationId xmlns:a16="http://schemas.microsoft.com/office/drawing/2014/main" id="{E395BC16-A8EE-48C2-BA26-1815E5DE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9ea84a0f84e2e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314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133FB7DE-B12B-4836-8354-FB61B2BE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T-021  |  本人確認QRを表示</a:t>
            </a:r>
          </a:p>
        </p:txBody>
      </p:sp>
      <p:sp>
        <p:nvSpPr>
          <p:cNvPr id="2" name="status-bg-18">
            <a:extLst xmlns:a="http://schemas.openxmlformats.org/drawingml/2006/main">
              <a:ext uri="{FF2B5EF4-FFF2-40B4-BE49-F238E27FC236}">
                <a16:creationId xmlns:a16="http://schemas.microsoft.com/office/drawing/2014/main" id="{6F43EDE9-3402-40DE-A1EB-45254BEE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8">
            <a:extLst xmlns:a="http://schemas.openxmlformats.org/drawingml/2006/main">
              <a:ext uri="{FF2B5EF4-FFF2-40B4-BE49-F238E27FC236}">
                <a16:creationId xmlns:a16="http://schemas.microsoft.com/office/drawing/2014/main" id="{1D065806-8364-4E46-AFFD-2A77481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8">
            <a:extLst xmlns:a="http://schemas.openxmlformats.org/drawingml/2006/main">
              <a:ext uri="{FF2B5EF4-FFF2-40B4-BE49-F238E27FC236}">
                <a16:creationId xmlns:a16="http://schemas.microsoft.com/office/drawing/2014/main" id="{0CB459B0-3E6F-4D56-9299-F7A8A78B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8">
            <a:extLst xmlns:a="http://schemas.openxmlformats.org/drawingml/2006/main">
              <a:ext uri="{FF2B5EF4-FFF2-40B4-BE49-F238E27FC236}">
                <a16:creationId xmlns:a16="http://schemas.microsoft.com/office/drawing/2014/main" id="{746CF93A-E40F-448E-A961-376C75AE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screenshots/T-021_qr.png</a:t>
            </a:r>
          </a:p>
        </p:txBody>
      </p:sp>
      <p:sp>
        <p:nvSpPr>
          <p:cNvPr id="6" name="page-18">
            <a:extLst xmlns:a="http://schemas.openxmlformats.org/drawingml/2006/main">
              <a:ext uri="{FF2B5EF4-FFF2-40B4-BE49-F238E27FC236}">
                <a16:creationId xmlns:a16="http://schemas.microsoft.com/office/drawing/2014/main" id="{2D0FAD5F-5589-4673-83CF-ED3D847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6e77bd88e4e42"/>
          <a:stretch xmlns:a="http://schemas.openxmlformats.org/drawingml/2006/main"/>
        </p:blipFill>
        <p:spPr>
          <a:xfrm xmlns:a="http://schemas.openxmlformats.org/drawingml/2006/main">
            <a:off x="1027745" y="1085850"/>
            <a:ext cx="10136509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9153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122FEA46-E6DD-4F25-BBF8-9B8C4012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T-022  |  QR内容の許可キーだけを表示</a:t>
            </a:r>
          </a:p>
        </p:txBody>
      </p:sp>
      <p:sp>
        <p:nvSpPr>
          <p:cNvPr id="2" name="status-bg-19">
            <a:extLst xmlns:a="http://schemas.openxmlformats.org/drawingml/2006/main">
              <a:ext uri="{FF2B5EF4-FFF2-40B4-BE49-F238E27FC236}">
                <a16:creationId xmlns:a16="http://schemas.microsoft.com/office/drawing/2014/main" id="{0F75F47D-3489-4A0E-B7E4-472B2C7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19">
            <a:extLst xmlns:a="http://schemas.openxmlformats.org/drawingml/2006/main">
              <a:ext uri="{FF2B5EF4-FFF2-40B4-BE49-F238E27FC236}">
                <a16:creationId xmlns:a16="http://schemas.microsoft.com/office/drawing/2014/main" id="{B96E40ED-415C-4FC0-A3C8-9EE5F97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19">
            <a:extLst xmlns:a="http://schemas.openxmlformats.org/drawingml/2006/main">
              <a:ext uri="{FF2B5EF4-FFF2-40B4-BE49-F238E27FC236}">
                <a16:creationId xmlns:a16="http://schemas.microsoft.com/office/drawing/2014/main" id="{D39A2930-DFB3-486C-9B9C-5BDD4917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19">
            <a:extLst xmlns:a="http://schemas.openxmlformats.org/drawingml/2006/main">
              <a:ext uri="{FF2B5EF4-FFF2-40B4-BE49-F238E27FC236}">
                <a16:creationId xmlns:a16="http://schemas.microsoft.com/office/drawing/2014/main" id="{0E2A5DE8-D6D9-4590-B92B-E053D738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screenshots/T-022_qr_payload_keys.png</a:t>
            </a:r>
          </a:p>
        </p:txBody>
      </p:sp>
      <p:sp>
        <p:nvSpPr>
          <p:cNvPr id="6" name="page-19">
            <a:extLst xmlns:a="http://schemas.openxmlformats.org/drawingml/2006/main">
              <a:ext uri="{FF2B5EF4-FFF2-40B4-BE49-F238E27FC236}">
                <a16:creationId xmlns:a16="http://schemas.microsoft.com/office/drawing/2014/main" id="{351CDB51-EDF4-49B5-B137-F1EDC36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ba3c5dc074824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105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A6918CBA-7512-4C8F-AAF1-161503DF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T-024  |  ウォレット残高と履歴を表示</a:t>
            </a:r>
          </a:p>
        </p:txBody>
      </p:sp>
      <p:sp>
        <p:nvSpPr>
          <p:cNvPr id="2" name="status-bg-20">
            <a:extLst xmlns:a="http://schemas.openxmlformats.org/drawingml/2006/main">
              <a:ext uri="{FF2B5EF4-FFF2-40B4-BE49-F238E27FC236}">
                <a16:creationId xmlns:a16="http://schemas.microsoft.com/office/drawing/2014/main" id="{A6B2CBE6-6BF2-4D74-BE0D-22D1435A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0">
            <a:extLst xmlns:a="http://schemas.openxmlformats.org/drawingml/2006/main">
              <a:ext uri="{FF2B5EF4-FFF2-40B4-BE49-F238E27FC236}">
                <a16:creationId xmlns:a16="http://schemas.microsoft.com/office/drawing/2014/main" id="{F1BB41AD-CD7C-4D7A-A7CF-D2E716A0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0">
            <a:extLst xmlns:a="http://schemas.openxmlformats.org/drawingml/2006/main">
              <a:ext uri="{FF2B5EF4-FFF2-40B4-BE49-F238E27FC236}">
                <a16:creationId xmlns:a16="http://schemas.microsoft.com/office/drawing/2014/main" id="{B5844C4B-D98B-4D8D-BB83-475987A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0">
            <a:extLst xmlns:a="http://schemas.openxmlformats.org/drawingml/2006/main">
              <a:ext uri="{FF2B5EF4-FFF2-40B4-BE49-F238E27FC236}">
                <a16:creationId xmlns:a16="http://schemas.microsoft.com/office/drawing/2014/main" id="{4F578200-45A0-4001-96C4-8EDDC95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screenshots/T-024_wallet.png</a:t>
            </a:r>
          </a:p>
        </p:txBody>
      </p:sp>
      <p:sp>
        <p:nvSpPr>
          <p:cNvPr id="6" name="page-20">
            <a:extLst xmlns:a="http://schemas.openxmlformats.org/drawingml/2006/main">
              <a:ext uri="{FF2B5EF4-FFF2-40B4-BE49-F238E27FC236}">
                <a16:creationId xmlns:a16="http://schemas.microsoft.com/office/drawing/2014/main" id="{E4F20F56-2A77-4AEF-902E-5DF3AB47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044152f5545f3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094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1BD34F0C-A17B-4274-8790-F4A4B569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T-032  |  アカウント設定導線を表示</a:t>
            </a:r>
          </a:p>
        </p:txBody>
      </p:sp>
      <p:sp>
        <p:nvSpPr>
          <p:cNvPr id="2" name="status-bg-21">
            <a:extLst xmlns:a="http://schemas.openxmlformats.org/drawingml/2006/main">
              <a:ext uri="{FF2B5EF4-FFF2-40B4-BE49-F238E27FC236}">
                <a16:creationId xmlns:a16="http://schemas.microsoft.com/office/drawing/2014/main" id="{019381A0-D9B0-4E46-BD27-37E88B3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1">
            <a:extLst xmlns:a="http://schemas.openxmlformats.org/drawingml/2006/main">
              <a:ext uri="{FF2B5EF4-FFF2-40B4-BE49-F238E27FC236}">
                <a16:creationId xmlns:a16="http://schemas.microsoft.com/office/drawing/2014/main" id="{23971043-4297-4B93-8592-F1D0C4E8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1">
            <a:extLst xmlns:a="http://schemas.openxmlformats.org/drawingml/2006/main">
              <a:ext uri="{FF2B5EF4-FFF2-40B4-BE49-F238E27FC236}">
                <a16:creationId xmlns:a16="http://schemas.microsoft.com/office/drawing/2014/main" id="{F14C2550-9238-46B9-846E-6CE8A5A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1">
            <a:extLst xmlns:a="http://schemas.openxmlformats.org/drawingml/2006/main">
              <a:ext uri="{FF2B5EF4-FFF2-40B4-BE49-F238E27FC236}">
                <a16:creationId xmlns:a16="http://schemas.microsoft.com/office/drawing/2014/main" id="{ACFD3825-3898-47C9-9820-C2707C4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screenshots/T-032_account.png</a:t>
            </a:r>
          </a:p>
        </p:txBody>
      </p:sp>
      <p:sp>
        <p:nvSpPr>
          <p:cNvPr id="6" name="page-21">
            <a:extLst xmlns:a="http://schemas.openxmlformats.org/drawingml/2006/main">
              <a:ext uri="{FF2B5EF4-FFF2-40B4-BE49-F238E27FC236}">
                <a16:creationId xmlns:a16="http://schemas.microsoft.com/office/drawing/2014/main" id="{4676137D-7478-46AE-B048-8C1A088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ce133b0784000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792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B02BE5B3-5071-4834-9334-0E5176B6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T-039  |  通知一覧を表示</a:t>
            </a:r>
          </a:p>
        </p:txBody>
      </p:sp>
      <p:sp>
        <p:nvSpPr>
          <p:cNvPr id="2" name="status-bg-22">
            <a:extLst xmlns:a="http://schemas.openxmlformats.org/drawingml/2006/main">
              <a:ext uri="{FF2B5EF4-FFF2-40B4-BE49-F238E27FC236}">
                <a16:creationId xmlns:a16="http://schemas.microsoft.com/office/drawing/2014/main" id="{B2D6D06D-97C9-4922-BA9E-7D3D6729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2">
            <a:extLst xmlns:a="http://schemas.openxmlformats.org/drawingml/2006/main">
              <a:ext uri="{FF2B5EF4-FFF2-40B4-BE49-F238E27FC236}">
                <a16:creationId xmlns:a16="http://schemas.microsoft.com/office/drawing/2014/main" id="{E606B3D2-4ADC-48EF-B4A3-2169A8E0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2">
            <a:extLst xmlns:a="http://schemas.openxmlformats.org/drawingml/2006/main">
              <a:ext uri="{FF2B5EF4-FFF2-40B4-BE49-F238E27FC236}">
                <a16:creationId xmlns:a16="http://schemas.microsoft.com/office/drawing/2014/main" id="{67366163-84C2-4F70-8BB8-B9A1316C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2">
            <a:extLst xmlns:a="http://schemas.openxmlformats.org/drawingml/2006/main">
              <a:ext uri="{FF2B5EF4-FFF2-40B4-BE49-F238E27FC236}">
                <a16:creationId xmlns:a16="http://schemas.microsoft.com/office/drawing/2014/main" id="{91EA3A60-4EAF-48BA-A479-DFDBB07A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screenshots/T-039_notifications.png</a:t>
            </a:r>
          </a:p>
        </p:txBody>
      </p:sp>
      <p:sp>
        <p:nvSpPr>
          <p:cNvPr id="6" name="page-22">
            <a:extLst xmlns:a="http://schemas.openxmlformats.org/drawingml/2006/main">
              <a:ext uri="{FF2B5EF4-FFF2-40B4-BE49-F238E27FC236}">
                <a16:creationId xmlns:a16="http://schemas.microsoft.com/office/drawing/2014/main" id="{A5E5F3D3-D16C-4907-8073-194ECE7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28cc753eb4c5a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7625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FF6CDE60-F0A7-4627-9846-6B346D63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T-042  |  イベント主催者ログインが成功</a:t>
            </a:r>
          </a:p>
        </p:txBody>
      </p:sp>
      <p:sp>
        <p:nvSpPr>
          <p:cNvPr id="2" name="status-bg-23">
            <a:extLst xmlns:a="http://schemas.openxmlformats.org/drawingml/2006/main">
              <a:ext uri="{FF2B5EF4-FFF2-40B4-BE49-F238E27FC236}">
                <a16:creationId xmlns:a16="http://schemas.microsoft.com/office/drawing/2014/main" id="{9202DADC-3A3C-4C24-B5F8-782263E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3">
            <a:extLst xmlns:a="http://schemas.openxmlformats.org/drawingml/2006/main">
              <a:ext uri="{FF2B5EF4-FFF2-40B4-BE49-F238E27FC236}">
                <a16:creationId xmlns:a16="http://schemas.microsoft.com/office/drawing/2014/main" id="{C51F1B65-B26E-4651-B563-29AE460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3">
            <a:extLst xmlns:a="http://schemas.openxmlformats.org/drawingml/2006/main">
              <a:ext uri="{FF2B5EF4-FFF2-40B4-BE49-F238E27FC236}">
                <a16:creationId xmlns:a16="http://schemas.microsoft.com/office/drawing/2014/main" id="{E1A8C033-FE12-4368-A7FD-8EF81606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3">
            <a:extLst xmlns:a="http://schemas.openxmlformats.org/drawingml/2006/main">
              <a:ext uri="{FF2B5EF4-FFF2-40B4-BE49-F238E27FC236}">
                <a16:creationId xmlns:a16="http://schemas.microsoft.com/office/drawing/2014/main" id="{7206DE03-3600-4D3A-851E-B8DD3CEE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screenshots/T-042_event_login.png</a:t>
            </a:r>
          </a:p>
        </p:txBody>
      </p:sp>
      <p:sp>
        <p:nvSpPr>
          <p:cNvPr id="6" name="page-23">
            <a:extLst xmlns:a="http://schemas.openxmlformats.org/drawingml/2006/main">
              <a:ext uri="{FF2B5EF4-FFF2-40B4-BE49-F238E27FC236}">
                <a16:creationId xmlns:a16="http://schemas.microsoft.com/office/drawing/2014/main" id="{90382C47-8737-4803-A66D-39AC358B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406dbd0dd4cac"/>
          <a:stretch xmlns:a="http://schemas.openxmlformats.org/drawingml/2006/main"/>
        </p:blipFill>
        <p:spPr>
          <a:xfrm xmlns:a="http://schemas.openxmlformats.org/drawingml/2006/main">
            <a:off x="1027745" y="1085850"/>
            <a:ext cx="10136509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45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B33AE5A1-1CF5-4FE4-8AFC-E0241C5E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T-043  |  誤った主催者資格情報を拒否</a:t>
            </a:r>
          </a:p>
        </p:txBody>
      </p:sp>
      <p:sp>
        <p:nvSpPr>
          <p:cNvPr id="2" name="status-bg-24">
            <a:extLst xmlns:a="http://schemas.openxmlformats.org/drawingml/2006/main">
              <a:ext uri="{FF2B5EF4-FFF2-40B4-BE49-F238E27FC236}">
                <a16:creationId xmlns:a16="http://schemas.microsoft.com/office/drawing/2014/main" id="{EBD9DAFD-91C8-482D-BBC5-7789A01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4">
            <a:extLst xmlns:a="http://schemas.openxmlformats.org/drawingml/2006/main">
              <a:ext uri="{FF2B5EF4-FFF2-40B4-BE49-F238E27FC236}">
                <a16:creationId xmlns:a16="http://schemas.microsoft.com/office/drawing/2014/main" id="{86B37273-A19F-471C-8110-05220ECD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4">
            <a:extLst xmlns:a="http://schemas.openxmlformats.org/drawingml/2006/main">
              <a:ext uri="{FF2B5EF4-FFF2-40B4-BE49-F238E27FC236}">
                <a16:creationId xmlns:a16="http://schemas.microsoft.com/office/drawing/2014/main" id="{05A8B933-8B42-4229-9708-317E75B3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4">
            <a:extLst xmlns:a="http://schemas.openxmlformats.org/drawingml/2006/main">
              <a:ext uri="{FF2B5EF4-FFF2-40B4-BE49-F238E27FC236}">
                <a16:creationId xmlns:a16="http://schemas.microsoft.com/office/drawing/2014/main" id="{489CF710-47EF-4ACF-948B-F254788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screenshots/T-043_event_invalid.png</a:t>
            </a:r>
          </a:p>
        </p:txBody>
      </p:sp>
      <p:sp>
        <p:nvSpPr>
          <p:cNvPr id="6" name="page-24">
            <a:extLst xmlns:a="http://schemas.openxmlformats.org/drawingml/2006/main">
              <a:ext uri="{FF2B5EF4-FFF2-40B4-BE49-F238E27FC236}">
                <a16:creationId xmlns:a16="http://schemas.microsoft.com/office/drawing/2014/main" id="{F21A4043-AABA-4F13-9862-7B03C89C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2c26931b84297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087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92F4C705-A779-4CA2-A4AE-BAB15E35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T-044  |  QR読取後のイベント受付が成功</a:t>
            </a:r>
          </a:p>
        </p:txBody>
      </p:sp>
      <p:sp>
        <p:nvSpPr>
          <p:cNvPr id="2" name="status-bg-25">
            <a:extLst xmlns:a="http://schemas.openxmlformats.org/drawingml/2006/main">
              <a:ext uri="{FF2B5EF4-FFF2-40B4-BE49-F238E27FC236}">
                <a16:creationId xmlns:a16="http://schemas.microsoft.com/office/drawing/2014/main" id="{2B6A96DF-4B75-470B-9E1A-B812EA8F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5">
            <a:extLst xmlns:a="http://schemas.openxmlformats.org/drawingml/2006/main">
              <a:ext uri="{FF2B5EF4-FFF2-40B4-BE49-F238E27FC236}">
                <a16:creationId xmlns:a16="http://schemas.microsoft.com/office/drawing/2014/main" id="{6B7E37BB-5C78-4F6B-AF14-EC5579C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5">
            <a:extLst xmlns:a="http://schemas.openxmlformats.org/drawingml/2006/main">
              <a:ext uri="{FF2B5EF4-FFF2-40B4-BE49-F238E27FC236}">
                <a16:creationId xmlns:a16="http://schemas.microsoft.com/office/drawing/2014/main" id="{390BDDDD-D424-4282-A5DD-410F7A9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5">
            <a:extLst xmlns:a="http://schemas.openxmlformats.org/drawingml/2006/main">
              <a:ext uri="{FF2B5EF4-FFF2-40B4-BE49-F238E27FC236}">
                <a16:creationId xmlns:a16="http://schemas.microsoft.com/office/drawing/2014/main" id="{363A3864-C05A-4876-9569-18FB99E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screenshots/T-044-manual-checkin-success-live-20260714.png</a:t>
            </a:r>
          </a:p>
        </p:txBody>
      </p:sp>
      <p:sp>
        <p:nvSpPr>
          <p:cNvPr id="6" name="page-25">
            <a:extLst xmlns:a="http://schemas.openxmlformats.org/drawingml/2006/main">
              <a:ext uri="{FF2B5EF4-FFF2-40B4-BE49-F238E27FC236}">
                <a16:creationId xmlns:a16="http://schemas.microsoft.com/office/drawing/2014/main" id="{FAA0DF4F-9042-4F21-A329-725F239B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b30d3625b4b48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734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D67AECE2-A00E-4BF1-8504-FA92EB15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T-047  |  カメラ未対応を検知して手入力を案内</a:t>
            </a:r>
          </a:p>
        </p:txBody>
      </p:sp>
      <p:sp>
        <p:nvSpPr>
          <p:cNvPr id="2" name="status-bg-26">
            <a:extLst xmlns:a="http://schemas.openxmlformats.org/drawingml/2006/main">
              <a:ext uri="{FF2B5EF4-FFF2-40B4-BE49-F238E27FC236}">
                <a16:creationId xmlns:a16="http://schemas.microsoft.com/office/drawing/2014/main" id="{EC25A635-37AB-44DE-8625-147EFEEB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6">
            <a:extLst xmlns:a="http://schemas.openxmlformats.org/drawingml/2006/main">
              <a:ext uri="{FF2B5EF4-FFF2-40B4-BE49-F238E27FC236}">
                <a16:creationId xmlns:a16="http://schemas.microsoft.com/office/drawing/2014/main" id="{8C672C60-0D25-4363-8E5C-886A39B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6">
            <a:extLst xmlns:a="http://schemas.openxmlformats.org/drawingml/2006/main">
              <a:ext uri="{FF2B5EF4-FFF2-40B4-BE49-F238E27FC236}">
                <a16:creationId xmlns:a16="http://schemas.microsoft.com/office/drawing/2014/main" id="{E7662E54-4848-4A37-92D6-2DECC4AF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6">
            <a:extLst xmlns:a="http://schemas.openxmlformats.org/drawingml/2006/main">
              <a:ext uri="{FF2B5EF4-FFF2-40B4-BE49-F238E27FC236}">
                <a16:creationId xmlns:a16="http://schemas.microsoft.com/office/drawing/2014/main" id="{E55252D5-CC4F-466B-BD57-1E0DCA0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screenshots/T-047-camera-unavailable-live-20260714.png</a:t>
            </a:r>
          </a:p>
        </p:txBody>
      </p:sp>
      <p:sp>
        <p:nvSpPr>
          <p:cNvPr id="6" name="page-26">
            <a:extLst xmlns:a="http://schemas.openxmlformats.org/drawingml/2006/main">
              <a:ext uri="{FF2B5EF4-FFF2-40B4-BE49-F238E27FC236}">
                <a16:creationId xmlns:a16="http://schemas.microsoft.com/office/drawing/2014/main" id="{C52BDBF5-D171-40DF-9960-8BC012E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5c09e879a4b4b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2926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2F175877-EE9F-46FD-853A-724B3390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T-047  |  手入力QRで受付とポイント付与が成功</a:t>
            </a:r>
          </a:p>
        </p:txBody>
      </p:sp>
      <p:sp>
        <p:nvSpPr>
          <p:cNvPr id="2" name="status-bg-27">
            <a:extLst xmlns:a="http://schemas.openxmlformats.org/drawingml/2006/main">
              <a:ext uri="{FF2B5EF4-FFF2-40B4-BE49-F238E27FC236}">
                <a16:creationId xmlns:a16="http://schemas.microsoft.com/office/drawing/2014/main" id="{617A5DC8-52FF-48D3-B667-B595F6DD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7">
            <a:extLst xmlns:a="http://schemas.openxmlformats.org/drawingml/2006/main">
              <a:ext uri="{FF2B5EF4-FFF2-40B4-BE49-F238E27FC236}">
                <a16:creationId xmlns:a16="http://schemas.microsoft.com/office/drawing/2014/main" id="{5DF42FB2-DB38-4C03-A4C8-29A5AF6F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7">
            <a:extLst xmlns:a="http://schemas.openxmlformats.org/drawingml/2006/main">
              <a:ext uri="{FF2B5EF4-FFF2-40B4-BE49-F238E27FC236}">
                <a16:creationId xmlns:a16="http://schemas.microsoft.com/office/drawing/2014/main" id="{93330399-392B-47F7-B904-A8E32169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7">
            <a:extLst xmlns:a="http://schemas.openxmlformats.org/drawingml/2006/main">
              <a:ext uri="{FF2B5EF4-FFF2-40B4-BE49-F238E27FC236}">
                <a16:creationId xmlns:a16="http://schemas.microsoft.com/office/drawing/2014/main" id="{936DA9DB-9502-4846-8FED-32F59260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screenshots/T-047-manual-checkin-success-live-20260714.png</a:t>
            </a:r>
          </a:p>
        </p:txBody>
      </p:sp>
      <p:sp>
        <p:nvSpPr>
          <p:cNvPr id="6" name="page-27">
            <a:extLst xmlns:a="http://schemas.openxmlformats.org/drawingml/2006/main">
              <a:ext uri="{FF2B5EF4-FFF2-40B4-BE49-F238E27FC236}">
                <a16:creationId xmlns:a16="http://schemas.microsoft.com/office/drawing/2014/main" id="{C57E262B-EF8C-475F-ABCB-23F9EE2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cd1cdf66240a0"/>
          <a:stretch xmlns:a="http://schemas.openxmlformats.org/drawingml/2006/main"/>
        </p:blipFill>
        <p:spPr>
          <a:xfrm xmlns:a="http://schemas.openxmlformats.org/drawingml/2006/main">
            <a:off x="1659467" y="1085850"/>
            <a:ext cx="887306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55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6C0B356F-E44A-4E3E-9C87-872ACB85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T-047  |  カメラ非対応時の手入力導線を表示</a:t>
            </a:r>
          </a:p>
        </p:txBody>
      </p:sp>
      <p:sp>
        <p:nvSpPr>
          <p:cNvPr id="2" name="status-bg-28">
            <a:extLst xmlns:a="http://schemas.openxmlformats.org/drawingml/2006/main">
              <a:ext uri="{FF2B5EF4-FFF2-40B4-BE49-F238E27FC236}">
                <a16:creationId xmlns:a16="http://schemas.microsoft.com/office/drawing/2014/main" id="{868AD5A6-26D9-4EFD-920A-DAC81F87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8">
            <a:extLst xmlns:a="http://schemas.openxmlformats.org/drawingml/2006/main">
              <a:ext uri="{FF2B5EF4-FFF2-40B4-BE49-F238E27FC236}">
                <a16:creationId xmlns:a16="http://schemas.microsoft.com/office/drawing/2014/main" id="{A61A072C-431C-4BF0-AC82-5F693A9D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8">
            <a:extLst xmlns:a="http://schemas.openxmlformats.org/drawingml/2006/main">
              <a:ext uri="{FF2B5EF4-FFF2-40B4-BE49-F238E27FC236}">
                <a16:creationId xmlns:a16="http://schemas.microsoft.com/office/drawing/2014/main" id="{3E55C7B4-E6DE-4A48-88A6-305AE746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8">
            <a:extLst xmlns:a="http://schemas.openxmlformats.org/drawingml/2006/main">
              <a:ext uri="{FF2B5EF4-FFF2-40B4-BE49-F238E27FC236}">
                <a16:creationId xmlns:a16="http://schemas.microsoft.com/office/drawing/2014/main" id="{3281EB36-D218-44D1-ABD2-F2E737AA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screenshots/T-047_event_manual_input.png</a:t>
            </a:r>
          </a:p>
        </p:txBody>
      </p:sp>
      <p:sp>
        <p:nvSpPr>
          <p:cNvPr id="6" name="page-28">
            <a:extLst xmlns:a="http://schemas.openxmlformats.org/drawingml/2006/main">
              <a:ext uri="{FF2B5EF4-FFF2-40B4-BE49-F238E27FC236}">
                <a16:creationId xmlns:a16="http://schemas.microsoft.com/office/drawing/2014/main" id="{F6975B3A-DF41-41CB-A6AA-8F06C960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0323d42c74a7e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9128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3FAF5D46-4997-4BA2-AF0F-0967BEC0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T-047  |  主催者ポータルのQR受付画面を表示</a:t>
            </a:r>
          </a:p>
        </p:txBody>
      </p:sp>
      <p:sp>
        <p:nvSpPr>
          <p:cNvPr id="2" name="status-bg-29">
            <a:extLst xmlns:a="http://schemas.openxmlformats.org/drawingml/2006/main">
              <a:ext uri="{FF2B5EF4-FFF2-40B4-BE49-F238E27FC236}">
                <a16:creationId xmlns:a16="http://schemas.microsoft.com/office/drawing/2014/main" id="{B8969C97-0C17-4337-8FCB-50283776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29">
            <a:extLst xmlns:a="http://schemas.openxmlformats.org/drawingml/2006/main">
              <a:ext uri="{FF2B5EF4-FFF2-40B4-BE49-F238E27FC236}">
                <a16:creationId xmlns:a16="http://schemas.microsoft.com/office/drawing/2014/main" id="{A55B28BB-ABEE-470D-BA62-BCED3E2E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29">
            <a:extLst xmlns:a="http://schemas.openxmlformats.org/drawingml/2006/main">
              <a:ext uri="{FF2B5EF4-FFF2-40B4-BE49-F238E27FC236}">
                <a16:creationId xmlns:a16="http://schemas.microsoft.com/office/drawing/2014/main" id="{6B42F3F4-7335-49AD-9F14-7B1872B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29">
            <a:extLst xmlns:a="http://schemas.openxmlformats.org/drawingml/2006/main">
              <a:ext uri="{FF2B5EF4-FFF2-40B4-BE49-F238E27FC236}">
                <a16:creationId xmlns:a16="http://schemas.microsoft.com/office/drawing/2014/main" id="{6C35CC47-8A73-4792-88BC-FD59BC17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screenshots/T-047_event_qr_input.png</a:t>
            </a:r>
          </a:p>
        </p:txBody>
      </p:sp>
      <p:sp>
        <p:nvSpPr>
          <p:cNvPr id="6" name="page-29">
            <a:extLst xmlns:a="http://schemas.openxmlformats.org/drawingml/2006/main">
              <a:ext uri="{FF2B5EF4-FFF2-40B4-BE49-F238E27FC236}">
                <a16:creationId xmlns:a16="http://schemas.microsoft.com/office/drawing/2014/main" id="{60FC697F-95EA-4991-8625-D6A69C1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91c241e714ee3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3386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4138709F-2211-473A-AEC2-D701D9D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T-048  |  商店ポータルログインが成功</a:t>
            </a:r>
          </a:p>
        </p:txBody>
      </p:sp>
      <p:sp>
        <p:nvSpPr>
          <p:cNvPr id="2" name="status-bg-30">
            <a:extLst xmlns:a="http://schemas.openxmlformats.org/drawingml/2006/main">
              <a:ext uri="{FF2B5EF4-FFF2-40B4-BE49-F238E27FC236}">
                <a16:creationId xmlns:a16="http://schemas.microsoft.com/office/drawing/2014/main" id="{9D9C2381-32B3-4A31-A8F0-FCDE375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0">
            <a:extLst xmlns:a="http://schemas.openxmlformats.org/drawingml/2006/main">
              <a:ext uri="{FF2B5EF4-FFF2-40B4-BE49-F238E27FC236}">
                <a16:creationId xmlns:a16="http://schemas.microsoft.com/office/drawing/2014/main" id="{6E662AFC-F8D3-41F4-8C37-8ECC7EEF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0">
            <a:extLst xmlns:a="http://schemas.openxmlformats.org/drawingml/2006/main">
              <a:ext uri="{FF2B5EF4-FFF2-40B4-BE49-F238E27FC236}">
                <a16:creationId xmlns:a16="http://schemas.microsoft.com/office/drawing/2014/main" id="{04E146F9-360E-4390-A351-510C895D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0">
            <a:extLst xmlns:a="http://schemas.openxmlformats.org/drawingml/2006/main">
              <a:ext uri="{FF2B5EF4-FFF2-40B4-BE49-F238E27FC236}">
                <a16:creationId xmlns:a16="http://schemas.microsoft.com/office/drawing/2014/main" id="{AD2165AB-8067-4537-9CEC-68CEF7B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screenshots/T-048_store_login.png</a:t>
            </a:r>
          </a:p>
        </p:txBody>
      </p:sp>
      <p:sp>
        <p:nvSpPr>
          <p:cNvPr id="6" name="page-30">
            <a:extLst xmlns:a="http://schemas.openxmlformats.org/drawingml/2006/main">
              <a:ext uri="{FF2B5EF4-FFF2-40B4-BE49-F238E27FC236}">
                <a16:creationId xmlns:a16="http://schemas.microsoft.com/office/drawing/2014/main" id="{7257C2F8-A9B8-420C-A49E-AA5F14E5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a2271212847ca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4648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1">
            <a:extLst xmlns:a="http://schemas.openxmlformats.org/drawingml/2006/main">
              <a:ext uri="{FF2B5EF4-FFF2-40B4-BE49-F238E27FC236}">
                <a16:creationId xmlns:a16="http://schemas.microsoft.com/office/drawing/2014/main" id="{FD03868D-DE48-4518-86C2-E8C52C1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T-049  |  QR読取後の商品交換が成功</a:t>
            </a:r>
          </a:p>
        </p:txBody>
      </p:sp>
      <p:sp>
        <p:nvSpPr>
          <p:cNvPr id="2" name="status-bg-31">
            <a:extLst xmlns:a="http://schemas.openxmlformats.org/drawingml/2006/main">
              <a:ext uri="{FF2B5EF4-FFF2-40B4-BE49-F238E27FC236}">
                <a16:creationId xmlns:a16="http://schemas.microsoft.com/office/drawing/2014/main" id="{671B43CA-BD5D-4132-96D1-F9DBD7CD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1">
            <a:extLst xmlns:a="http://schemas.openxmlformats.org/drawingml/2006/main">
              <a:ext uri="{FF2B5EF4-FFF2-40B4-BE49-F238E27FC236}">
                <a16:creationId xmlns:a16="http://schemas.microsoft.com/office/drawing/2014/main" id="{54FE3434-B6EF-4369-A67C-1B75A690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1">
            <a:extLst xmlns:a="http://schemas.openxmlformats.org/drawingml/2006/main">
              <a:ext uri="{FF2B5EF4-FFF2-40B4-BE49-F238E27FC236}">
                <a16:creationId xmlns:a16="http://schemas.microsoft.com/office/drawing/2014/main" id="{222182E2-217F-406F-A05D-EBD7D44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1">
            <a:extLst xmlns:a="http://schemas.openxmlformats.org/drawingml/2006/main">
              <a:ext uri="{FF2B5EF4-FFF2-40B4-BE49-F238E27FC236}">
                <a16:creationId xmlns:a16="http://schemas.microsoft.com/office/drawing/2014/main" id="{B302A62C-F533-4993-B3FE-6400656C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screenshots/T-049-manual-exchange-success-live-20260714.png</a:t>
            </a:r>
          </a:p>
        </p:txBody>
      </p:sp>
      <p:sp>
        <p:nvSpPr>
          <p:cNvPr id="6" name="page-31">
            <a:extLst xmlns:a="http://schemas.openxmlformats.org/drawingml/2006/main">
              <a:ext uri="{FF2B5EF4-FFF2-40B4-BE49-F238E27FC236}">
                <a16:creationId xmlns:a16="http://schemas.microsoft.com/office/drawing/2014/main" id="{D9D1AB5A-1C89-487B-917B-8667082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9aa39bb4f44f5"/>
          <a:stretch xmlns:a="http://schemas.openxmlformats.org/drawingml/2006/main"/>
        </p:blipFill>
        <p:spPr>
          <a:xfrm xmlns:a="http://schemas.openxmlformats.org/drawingml/2006/main">
            <a:off x="2638310" y="1085850"/>
            <a:ext cx="6915380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2638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2">
            <a:extLst xmlns:a="http://schemas.openxmlformats.org/drawingml/2006/main">
              <a:ext uri="{FF2B5EF4-FFF2-40B4-BE49-F238E27FC236}">
                <a16:creationId xmlns:a16="http://schemas.microsoft.com/office/drawing/2014/main" id="{1C104F38-3D3D-4405-9799-B321E64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  |  翻訳40件・失敗0件の実行ログ</a:t>
            </a:r>
          </a:p>
        </p:txBody>
      </p:sp>
      <p:sp>
        <p:nvSpPr>
          <p:cNvPr id="2" name="status-bg-32">
            <a:extLst xmlns:a="http://schemas.openxmlformats.org/drawingml/2006/main">
              <a:ext uri="{FF2B5EF4-FFF2-40B4-BE49-F238E27FC236}">
                <a16:creationId xmlns:a16="http://schemas.microsoft.com/office/drawing/2014/main" id="{44C6C9C8-A0E0-47D0-A6FE-B86BC241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2">
            <a:extLst xmlns:a="http://schemas.openxmlformats.org/drawingml/2006/main">
              <a:ext uri="{FF2B5EF4-FFF2-40B4-BE49-F238E27FC236}">
                <a16:creationId xmlns:a16="http://schemas.microsoft.com/office/drawing/2014/main" id="{29DA1AC9-9945-482F-A7B1-3B2617BE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2">
            <a:extLst xmlns:a="http://schemas.openxmlformats.org/drawingml/2006/main">
              <a:ext uri="{FF2B5EF4-FFF2-40B4-BE49-F238E27FC236}">
                <a16:creationId xmlns:a16="http://schemas.microsoft.com/office/drawing/2014/main" id="{722EE228-29A6-43CA-9B56-105CE91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2">
            <a:extLst xmlns:a="http://schemas.openxmlformats.org/drawingml/2006/main">
              <a:ext uri="{FF2B5EF4-FFF2-40B4-BE49-F238E27FC236}">
                <a16:creationId xmlns:a16="http://schemas.microsoft.com/office/drawing/2014/main" id="{170A3F46-2DDE-4DB5-8006-FFCD50D7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screenshots/T-051-github-actions-refresh-log-20260714.png</a:t>
            </a:r>
          </a:p>
        </p:txBody>
      </p:sp>
      <p:sp>
        <p:nvSpPr>
          <p:cNvPr id="6" name="page-32">
            <a:extLst xmlns:a="http://schemas.openxmlformats.org/drawingml/2006/main">
              <a:ext uri="{FF2B5EF4-FFF2-40B4-BE49-F238E27FC236}">
                <a16:creationId xmlns:a16="http://schemas.microsoft.com/office/drawing/2014/main" id="{83A3E215-4217-4826-B2B2-ED1238A3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7abd438304990"/>
          <a:stretch xmlns:a="http://schemas.openxmlformats.org/drawingml/2006/main"/>
        </p:blipFill>
        <p:spPr>
          <a:xfrm xmlns:a="http://schemas.openxmlformats.org/drawingml/2006/main">
            <a:off x="1750740" y="1085850"/>
            <a:ext cx="8690519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1171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3">
            <a:extLst xmlns:a="http://schemas.openxmlformats.org/drawingml/2006/main">
              <a:ext uri="{FF2B5EF4-FFF2-40B4-BE49-F238E27FC236}">
                <a16:creationId xmlns:a16="http://schemas.microsoft.com/office/drawing/2014/main" id="{65FCF610-E679-43D3-A9B2-0417689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  |  GitHub Actionsの翻訳更新が成功</a:t>
            </a:r>
          </a:p>
        </p:txBody>
      </p:sp>
      <p:sp>
        <p:nvSpPr>
          <p:cNvPr id="2" name="status-bg-33">
            <a:extLst xmlns:a="http://schemas.openxmlformats.org/drawingml/2006/main">
              <a:ext uri="{FF2B5EF4-FFF2-40B4-BE49-F238E27FC236}">
                <a16:creationId xmlns:a16="http://schemas.microsoft.com/office/drawing/2014/main" id="{E074108B-A355-4CF6-A06E-AA6F791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3">
            <a:extLst xmlns:a="http://schemas.openxmlformats.org/drawingml/2006/main">
              <a:ext uri="{FF2B5EF4-FFF2-40B4-BE49-F238E27FC236}">
                <a16:creationId xmlns:a16="http://schemas.microsoft.com/office/drawing/2014/main" id="{64269F42-A805-4EFE-9CDC-EFC43BF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3">
            <a:extLst xmlns:a="http://schemas.openxmlformats.org/drawingml/2006/main">
              <a:ext uri="{FF2B5EF4-FFF2-40B4-BE49-F238E27FC236}">
                <a16:creationId xmlns:a16="http://schemas.microsoft.com/office/drawing/2014/main" id="{31CF61B9-5BEE-44EB-96EB-B45EFB2D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3">
            <a:extLst xmlns:a="http://schemas.openxmlformats.org/drawingml/2006/main">
              <a:ext uri="{FF2B5EF4-FFF2-40B4-BE49-F238E27FC236}">
                <a16:creationId xmlns:a16="http://schemas.microsoft.com/office/drawing/2014/main" id="{385F9EB2-F2A5-47C6-9E28-DF0A2F5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screenshots/T-051-github-actions-refresh-success-20260714.png</a:t>
            </a:r>
          </a:p>
        </p:txBody>
      </p:sp>
      <p:sp>
        <p:nvSpPr>
          <p:cNvPr id="6" name="page-33">
            <a:extLst xmlns:a="http://schemas.openxmlformats.org/drawingml/2006/main">
              <a:ext uri="{FF2B5EF4-FFF2-40B4-BE49-F238E27FC236}">
                <a16:creationId xmlns:a16="http://schemas.microsoft.com/office/drawing/2014/main" id="{5BC6F73A-9E45-41AB-A50A-C9447F4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9d9b3ec7a4066"/>
          <a:stretch xmlns:a="http://schemas.openxmlformats.org/drawingml/2006/main"/>
        </p:blipFill>
        <p:spPr>
          <a:xfrm xmlns:a="http://schemas.openxmlformats.org/drawingml/2006/main">
            <a:off x="1750740" y="1085850"/>
            <a:ext cx="8690519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2084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4">
            <a:extLst xmlns:a="http://schemas.openxmlformats.org/drawingml/2006/main">
              <a:ext uri="{FF2B5EF4-FFF2-40B4-BE49-F238E27FC236}">
                <a16:creationId xmlns:a16="http://schemas.microsoft.com/office/drawing/2014/main" id="{0D7D3883-82A9-48E7-83FD-2B88498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  |  Render上にCron Jobが未作成</a:t>
            </a:r>
          </a:p>
        </p:txBody>
      </p:sp>
      <p:sp>
        <p:nvSpPr>
          <p:cNvPr id="2" name="status-bg-34">
            <a:extLst xmlns:a="http://schemas.openxmlformats.org/drawingml/2006/main">
              <a:ext uri="{FF2B5EF4-FFF2-40B4-BE49-F238E27FC236}">
                <a16:creationId xmlns:a16="http://schemas.microsoft.com/office/drawing/2014/main" id="{10EAB26C-2F46-4834-8369-D2B76818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4">
            <a:extLst xmlns:a="http://schemas.openxmlformats.org/drawingml/2006/main">
              <a:ext uri="{FF2B5EF4-FFF2-40B4-BE49-F238E27FC236}">
                <a16:creationId xmlns:a16="http://schemas.microsoft.com/office/drawing/2014/main" id="{F6240BC0-BAB5-4846-82A7-993787B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4">
            <a:extLst xmlns:a="http://schemas.openxmlformats.org/drawingml/2006/main">
              <a:ext uri="{FF2B5EF4-FFF2-40B4-BE49-F238E27FC236}">
                <a16:creationId xmlns:a16="http://schemas.microsoft.com/office/drawing/2014/main" id="{5848F97D-72D1-4BE9-B5FC-C97A10D7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4">
            <a:extLst xmlns:a="http://schemas.openxmlformats.org/drawingml/2006/main">
              <a:ext uri="{FF2B5EF4-FFF2-40B4-BE49-F238E27FC236}">
                <a16:creationId xmlns:a16="http://schemas.microsoft.com/office/drawing/2014/main" id="{649CF740-3A01-4050-AE75-BA0D671E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screenshots/T-051-render-project-services-live-20260714.png</a:t>
            </a:r>
          </a:p>
        </p:txBody>
      </p:sp>
      <p:sp>
        <p:nvSpPr>
          <p:cNvPr id="6" name="page-34">
            <a:extLst xmlns:a="http://schemas.openxmlformats.org/drawingml/2006/main">
              <a:ext uri="{FF2B5EF4-FFF2-40B4-BE49-F238E27FC236}">
                <a16:creationId xmlns:a16="http://schemas.microsoft.com/office/drawing/2014/main" id="{2AC8B56F-D943-4773-ACFF-4774F50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7f2f534be497f"/>
          <a:stretch xmlns:a="http://schemas.openxmlformats.org/drawingml/2006/main"/>
        </p:blipFill>
        <p:spPr>
          <a:xfrm xmlns:a="http://schemas.openxmlformats.org/drawingml/2006/main">
            <a:off x="2619956" y="1085850"/>
            <a:ext cx="6952087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4361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5">
            <a:extLst xmlns:a="http://schemas.openxmlformats.org/drawingml/2006/main">
              <a:ext uri="{FF2B5EF4-FFF2-40B4-BE49-F238E27FC236}">
                <a16:creationId xmlns:a16="http://schemas.microsoft.com/office/drawing/2014/main" id="{C1E03495-AFE1-418F-8501-4695971D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  |  Render実行履歴は認証が必要</a:t>
            </a:r>
          </a:p>
        </p:txBody>
      </p:sp>
      <p:sp>
        <p:nvSpPr>
          <p:cNvPr id="2" name="status-bg-35">
            <a:extLst xmlns:a="http://schemas.openxmlformats.org/drawingml/2006/main">
              <a:ext uri="{FF2B5EF4-FFF2-40B4-BE49-F238E27FC236}">
                <a16:creationId xmlns:a16="http://schemas.microsoft.com/office/drawing/2014/main" id="{B0C0960B-6B02-47E2-864A-74F602E8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5">
            <a:extLst xmlns:a="http://schemas.openxmlformats.org/drawingml/2006/main">
              <a:ext uri="{FF2B5EF4-FFF2-40B4-BE49-F238E27FC236}">
                <a16:creationId xmlns:a16="http://schemas.microsoft.com/office/drawing/2014/main" id="{42A1B2FA-B81E-43EF-A682-7358EF96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5">
            <a:extLst xmlns:a="http://schemas.openxmlformats.org/drawingml/2006/main">
              <a:ext uri="{FF2B5EF4-FFF2-40B4-BE49-F238E27FC236}">
                <a16:creationId xmlns:a16="http://schemas.microsoft.com/office/drawing/2014/main" id="{76FFD0D2-9A8A-47E5-8F87-223A41C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5">
            <a:extLst xmlns:a="http://schemas.openxmlformats.org/drawingml/2006/main">
              <a:ext uri="{FF2B5EF4-FFF2-40B4-BE49-F238E27FC236}">
                <a16:creationId xmlns:a16="http://schemas.microsoft.com/office/drawing/2014/main" id="{0C22EB81-A84F-4217-8D15-D17D8942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screenshots/T-051_render_login_required.png</a:t>
            </a:r>
          </a:p>
        </p:txBody>
      </p:sp>
      <p:sp>
        <p:nvSpPr>
          <p:cNvPr id="6" name="page-35">
            <a:extLst xmlns:a="http://schemas.openxmlformats.org/drawingml/2006/main">
              <a:ext uri="{FF2B5EF4-FFF2-40B4-BE49-F238E27FC236}">
                <a16:creationId xmlns:a16="http://schemas.microsoft.com/office/drawing/2014/main" id="{D0E2E06F-020B-42B2-A6F0-0DC0411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b0191fec343c2"/>
          <a:stretch xmlns:a="http://schemas.openxmlformats.org/drawingml/2006/main"/>
        </p:blipFill>
        <p:spPr>
          <a:xfrm xmlns:a="http://schemas.openxmlformats.org/drawingml/2006/main">
            <a:off x="1662193" y="1085850"/>
            <a:ext cx="886761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31578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6">
            <a:extLst xmlns:a="http://schemas.openxmlformats.org/drawingml/2006/main">
              <a:ext uri="{FF2B5EF4-FFF2-40B4-BE49-F238E27FC236}">
                <a16:creationId xmlns:a16="http://schemas.microsoft.com/office/drawing/2014/main" id="{F1006F3F-3E80-4CAC-938A-4834565D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T-054  |  管理者ダッシュボードを表示</a:t>
            </a:r>
          </a:p>
        </p:txBody>
      </p:sp>
      <p:sp>
        <p:nvSpPr>
          <p:cNvPr id="2" name="status-bg-36">
            <a:extLst xmlns:a="http://schemas.openxmlformats.org/drawingml/2006/main">
              <a:ext uri="{FF2B5EF4-FFF2-40B4-BE49-F238E27FC236}">
                <a16:creationId xmlns:a16="http://schemas.microsoft.com/office/drawing/2014/main" id="{DAF85C39-3F8B-4EA9-98EB-CE8448D9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6">
            <a:extLst xmlns:a="http://schemas.openxmlformats.org/drawingml/2006/main">
              <a:ext uri="{FF2B5EF4-FFF2-40B4-BE49-F238E27FC236}">
                <a16:creationId xmlns:a16="http://schemas.microsoft.com/office/drawing/2014/main" id="{D5554065-441C-44D9-AC98-A3DF36A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6">
            <a:extLst xmlns:a="http://schemas.openxmlformats.org/drawingml/2006/main">
              <a:ext uri="{FF2B5EF4-FFF2-40B4-BE49-F238E27FC236}">
                <a16:creationId xmlns:a16="http://schemas.microsoft.com/office/drawing/2014/main" id="{8122A086-B40C-4A83-AB77-B311260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6">
            <a:extLst xmlns:a="http://schemas.openxmlformats.org/drawingml/2006/main">
              <a:ext uri="{FF2B5EF4-FFF2-40B4-BE49-F238E27FC236}">
                <a16:creationId xmlns:a16="http://schemas.microsoft.com/office/drawing/2014/main" id="{D75A37FE-3D84-4F45-AC9C-FC42E471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screenshots/T-054_admin_home.png</a:t>
            </a:r>
          </a:p>
        </p:txBody>
      </p:sp>
      <p:sp>
        <p:nvSpPr>
          <p:cNvPr id="6" name="page-36">
            <a:extLst xmlns:a="http://schemas.openxmlformats.org/drawingml/2006/main">
              <a:ext uri="{FF2B5EF4-FFF2-40B4-BE49-F238E27FC236}">
                <a16:creationId xmlns:a16="http://schemas.microsoft.com/office/drawing/2014/main" id="{C646B51F-A99B-4433-A860-9D9B7B3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eff336b8a4291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551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7">
            <a:extLst xmlns:a="http://schemas.openxmlformats.org/drawingml/2006/main">
              <a:ext uri="{FF2B5EF4-FFF2-40B4-BE49-F238E27FC236}">
                <a16:creationId xmlns:a16="http://schemas.microsoft.com/office/drawing/2014/main" id="{0145AA72-D475-42CA-AB9B-867E9E18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T-054  |  管理者ログインが成功</a:t>
            </a:r>
          </a:p>
        </p:txBody>
      </p:sp>
      <p:sp>
        <p:nvSpPr>
          <p:cNvPr id="2" name="status-bg-37">
            <a:extLst xmlns:a="http://schemas.openxmlformats.org/drawingml/2006/main">
              <a:ext uri="{FF2B5EF4-FFF2-40B4-BE49-F238E27FC236}">
                <a16:creationId xmlns:a16="http://schemas.microsoft.com/office/drawing/2014/main" id="{07E2861B-68CC-410C-A775-4945FEF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7">
            <a:extLst xmlns:a="http://schemas.openxmlformats.org/drawingml/2006/main">
              <a:ext uri="{FF2B5EF4-FFF2-40B4-BE49-F238E27FC236}">
                <a16:creationId xmlns:a16="http://schemas.microsoft.com/office/drawing/2014/main" id="{06821C38-37DB-4AFA-85D3-463F9922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7">
            <a:extLst xmlns:a="http://schemas.openxmlformats.org/drawingml/2006/main">
              <a:ext uri="{FF2B5EF4-FFF2-40B4-BE49-F238E27FC236}">
                <a16:creationId xmlns:a16="http://schemas.microsoft.com/office/drawing/2014/main" id="{2F83B547-8AA0-4464-A7C5-A56A97D8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7">
            <a:extLst xmlns:a="http://schemas.openxmlformats.org/drawingml/2006/main">
              <a:ext uri="{FF2B5EF4-FFF2-40B4-BE49-F238E27FC236}">
                <a16:creationId xmlns:a16="http://schemas.microsoft.com/office/drawing/2014/main" id="{9D5E0A4E-A695-4EE5-818A-881B845C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screenshots/T-054_admin_login.png</a:t>
            </a:r>
          </a:p>
        </p:txBody>
      </p:sp>
      <p:sp>
        <p:nvSpPr>
          <p:cNvPr id="6" name="page-37">
            <a:extLst xmlns:a="http://schemas.openxmlformats.org/drawingml/2006/main">
              <a:ext uri="{FF2B5EF4-FFF2-40B4-BE49-F238E27FC236}">
                <a16:creationId xmlns:a16="http://schemas.microsoft.com/office/drawing/2014/main" id="{CB92604E-59D2-415F-AA62-8E04633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416a79a34ff3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1555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8">
            <a:extLst xmlns:a="http://schemas.openxmlformats.org/drawingml/2006/main">
              <a:ext uri="{FF2B5EF4-FFF2-40B4-BE49-F238E27FC236}">
                <a16:creationId xmlns:a16="http://schemas.microsoft.com/office/drawing/2014/main" id="{84B854F8-794B-445E-806D-23B6D97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T-056  |  管理者イベント一覧を表示</a:t>
            </a:r>
          </a:p>
        </p:txBody>
      </p:sp>
      <p:sp>
        <p:nvSpPr>
          <p:cNvPr id="2" name="status-bg-38">
            <a:extLst xmlns:a="http://schemas.openxmlformats.org/drawingml/2006/main">
              <a:ext uri="{FF2B5EF4-FFF2-40B4-BE49-F238E27FC236}">
                <a16:creationId xmlns:a16="http://schemas.microsoft.com/office/drawing/2014/main" id="{27C06EB3-CE16-4686-AAB0-8B82B691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8">
            <a:extLst xmlns:a="http://schemas.openxmlformats.org/drawingml/2006/main">
              <a:ext uri="{FF2B5EF4-FFF2-40B4-BE49-F238E27FC236}">
                <a16:creationId xmlns:a16="http://schemas.microsoft.com/office/drawing/2014/main" id="{6C25AC2A-A59E-4B0C-8088-F2AACFF4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8">
            <a:extLst xmlns:a="http://schemas.openxmlformats.org/drawingml/2006/main">
              <a:ext uri="{FF2B5EF4-FFF2-40B4-BE49-F238E27FC236}">
                <a16:creationId xmlns:a16="http://schemas.microsoft.com/office/drawing/2014/main" id="{B8400CF2-6E59-4E22-9FF1-E450A9C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8">
            <a:extLst xmlns:a="http://schemas.openxmlformats.org/drawingml/2006/main">
              <a:ext uri="{FF2B5EF4-FFF2-40B4-BE49-F238E27FC236}">
                <a16:creationId xmlns:a16="http://schemas.microsoft.com/office/drawing/2014/main" id="{50BB230C-BE83-4372-AE1E-1E0DA67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screenshots/T-056_admin_events.png</a:t>
            </a:r>
          </a:p>
        </p:txBody>
      </p:sp>
      <p:sp>
        <p:nvSpPr>
          <p:cNvPr id="6" name="page-38">
            <a:extLst xmlns:a="http://schemas.openxmlformats.org/drawingml/2006/main">
              <a:ext uri="{FF2B5EF4-FFF2-40B4-BE49-F238E27FC236}">
                <a16:creationId xmlns:a16="http://schemas.microsoft.com/office/drawing/2014/main" id="{FD1302B7-8DE7-4526-A114-A984BAB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ea08a78494da9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5296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9">
            <a:extLst xmlns:a="http://schemas.openxmlformats.org/drawingml/2006/main">
              <a:ext uri="{FF2B5EF4-FFF2-40B4-BE49-F238E27FC236}">
                <a16:creationId xmlns:a16="http://schemas.microsoft.com/office/drawing/2014/main" id="{D45C61F3-296B-4C80-BDAC-2C1C3602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T-058  |  管理者ユーザー一覧を表示</a:t>
            </a:r>
          </a:p>
        </p:txBody>
      </p:sp>
      <p:sp>
        <p:nvSpPr>
          <p:cNvPr id="2" name="status-bg-39">
            <a:extLst xmlns:a="http://schemas.openxmlformats.org/drawingml/2006/main">
              <a:ext uri="{FF2B5EF4-FFF2-40B4-BE49-F238E27FC236}">
                <a16:creationId xmlns:a16="http://schemas.microsoft.com/office/drawing/2014/main" id="{5DD0CA3A-825F-4D4E-8C03-8BDFB8A7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status-39">
            <a:extLst xmlns:a="http://schemas.openxmlformats.org/drawingml/2006/main">
              <a:ext uri="{FF2B5EF4-FFF2-40B4-BE49-F238E27FC236}">
                <a16:creationId xmlns:a16="http://schemas.microsoft.com/office/drawing/2014/main" id="{3DC65A93-697B-4A4F-957F-FAE25A0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image-frame-39">
            <a:extLst xmlns:a="http://schemas.openxmlformats.org/drawingml/2006/main">
              <a:ext uri="{FF2B5EF4-FFF2-40B4-BE49-F238E27FC236}">
                <a16:creationId xmlns:a16="http://schemas.microsoft.com/office/drawing/2014/main" id="{E743B9B4-BDCD-4E05-94DD-F90D0A27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39">
            <a:extLst xmlns:a="http://schemas.openxmlformats.org/drawingml/2006/main">
              <a:ext uri="{FF2B5EF4-FFF2-40B4-BE49-F238E27FC236}">
                <a16:creationId xmlns:a16="http://schemas.microsoft.com/office/drawing/2014/main" id="{6783F3FC-0B84-48B4-A3DF-334F2490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screenshots/T-058_admin_users.png</a:t>
            </a:r>
          </a:p>
        </p:txBody>
      </p:sp>
      <p:sp>
        <p:nvSpPr>
          <p:cNvPr id="6" name="page-39">
            <a:extLst xmlns:a="http://schemas.openxmlformats.org/drawingml/2006/main">
              <a:ext uri="{FF2B5EF4-FFF2-40B4-BE49-F238E27FC236}">
                <a16:creationId xmlns:a16="http://schemas.microsoft.com/office/drawing/2014/main" id="{4E710B5A-13ED-4870-999E-F39F685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ed8aa71344b7f"/>
          <a:stretch xmlns:a="http://schemas.openxmlformats.org/drawingml/2006/main"/>
        </p:blipFill>
        <p:spPr>
          <a:xfrm xmlns:a="http://schemas.openxmlformats.org/drawingml/2006/main">
            <a:off x="1025676" y="1085850"/>
            <a:ext cx="10140648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634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0">
            <a:extLst xmlns:a="http://schemas.openxmlformats.org/drawingml/2006/main">
              <a:ext uri="{FF2B5EF4-FFF2-40B4-BE49-F238E27FC236}">
                <a16:creationId xmlns:a16="http://schemas.microsoft.com/office/drawing/2014/main" id="{F3B84BB0-383D-41EF-9E54-237427B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デプロイAPI 24件が期待HTTPステータスを返却</a:t>
            </a:r>
          </a:p>
        </p:txBody>
      </p:sp>
      <p:sp>
        <p:nvSpPr>
          <p:cNvPr id="2" name="text-status-bg-40">
            <a:extLst xmlns:a="http://schemas.openxmlformats.org/drawingml/2006/main">
              <a:ext uri="{FF2B5EF4-FFF2-40B4-BE49-F238E27FC236}">
                <a16:creationId xmlns:a16="http://schemas.microsoft.com/office/drawing/2014/main" id="{E528A25C-1608-4575-A869-E4AA9FB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0">
            <a:extLst xmlns:a="http://schemas.openxmlformats.org/drawingml/2006/main">
              <a:ext uri="{FF2B5EF4-FFF2-40B4-BE49-F238E27FC236}">
                <a16:creationId xmlns:a16="http://schemas.microsoft.com/office/drawing/2014/main" id="{ACE205B8-6056-417E-A8F5-AA25D293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0">
            <a:extLst xmlns:a="http://schemas.openxmlformats.org/drawingml/2006/main">
              <a:ext uri="{FF2B5EF4-FFF2-40B4-BE49-F238E27FC236}">
                <a16:creationId xmlns:a16="http://schemas.microsoft.com/office/drawing/2014/main" id="{B24B0AE2-35CE-4FD0-ADCD-2DB9A44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利用者、管理者、主催者、商店の主要APIをデプロイ環境で連続実行。24/24件が期待値と一致しました。</a:t>
            </a:r>
          </a:p>
        </p:txBody>
      </p:sp>
      <p:sp>
        <p:nvSpPr>
          <p:cNvPr id="5" name="source-40">
            <a:extLst xmlns:a="http://schemas.openxmlformats.org/drawingml/2006/main">
              <a:ext uri="{FF2B5EF4-FFF2-40B4-BE49-F238E27FC236}">
                <a16:creationId xmlns:a16="http://schemas.microsoft.com/office/drawing/2014/main" id="{B76CE7FE-B628-45C6-B103-91B0C8C2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api/live-api-results.json</a:t>
            </a:r>
          </a:p>
        </p:txBody>
      </p:sp>
      <p:sp>
        <p:nvSpPr>
          <p:cNvPr id="6" name="page-40">
            <a:extLst xmlns:a="http://schemas.openxmlformats.org/drawingml/2006/main">
              <a:ext uri="{FF2B5EF4-FFF2-40B4-BE49-F238E27FC236}">
                <a16:creationId xmlns:a16="http://schemas.microsoft.com/office/drawing/2014/main" id="{163E3CAA-B6C0-4830-A803-F307B54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40</a:t>
            </a:r>
          </a:p>
        </p:txBody>
      </p:sp>
      <p:sp>
        <p:nvSpPr>
          <p:cNvPr id="7" name="text-panel-40-0">
            <a:extLst xmlns:a="http://schemas.openxmlformats.org/drawingml/2006/main">
              <a:ext uri="{FF2B5EF4-FFF2-40B4-BE49-F238E27FC236}">
                <a16:creationId xmlns:a16="http://schemas.microsoft.com/office/drawing/2014/main" id="{4E337A0B-2E9B-43A3-B141-4B3A7464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0-0">
            <a:extLst xmlns:a="http://schemas.openxmlformats.org/drawingml/2006/main">
              <a:ext uri="{FF2B5EF4-FFF2-40B4-BE49-F238E27FC236}">
                <a16:creationId xmlns:a16="http://schemas.microsoft.com/office/drawing/2014/main" id="{A3665786-A76C-4943-B452-7ABCA851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32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ENV-001     PASS  HTTP 200  Backend health
T-003       PASS  HTTP 401  Invalid user login is rejected
T-002       PASS  HTTP 200  Valid user login
T-007       PASS  HTTP 401  Invalid or expired token is rejected
T-011       PASS  HTTP 200  Event list API
T-024       PASS  HTTP 200  Point balance API
T-024       PASS  HTTP 200  Point history API
T-027       PASS  HTTP 200  Service list API
T-032       PASS  HTTP 200  Account settings API
T-039       PASS  HTTP 200  Notification list API
T-041       PASS  HTTP 200  Support ticket list API
T-055       PASS  HTTP 403  Regular user cannot access admin API</a:t>
            </a:r>
          </a:p>
        </p:txBody>
      </p:sp>
      <p:sp>
        <p:nvSpPr>
          <p:cNvPr id="9" name="text-panel-40-1">
            <a:extLst xmlns:a="http://schemas.openxmlformats.org/drawingml/2006/main">
              <a:ext uri="{FF2B5EF4-FFF2-40B4-BE49-F238E27FC236}">
                <a16:creationId xmlns:a16="http://schemas.microsoft.com/office/drawing/2014/main" id="{D2CC09EB-EF45-4FB4-87BD-E4E43EED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0-1">
            <a:extLst xmlns:a="http://schemas.openxmlformats.org/drawingml/2006/main">
              <a:ext uri="{FF2B5EF4-FFF2-40B4-BE49-F238E27FC236}">
                <a16:creationId xmlns:a16="http://schemas.microsoft.com/office/drawing/2014/main" id="{3BD766CF-CF14-4BCC-BB73-3B9C13BB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9266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T-026       PASS  HTTP 201  Failed mock purchase does not change balance
T-054       PASS  HTTP 200  Valid admin login
T-056       PASS  HTTP 200  Admin event list API
T-057       PASS  HTTP 200  Admin store list API
T-057       PASS  HTTP 200  Admin service list API
T-058       PASS  HTTP 200  Admin user list API
T-060       PASS  HTTP 200  Admin support list API
ADMIN-STATS PASS  HTTP 200  Admin statistics API
T-042       PASS  HTTP 200  Event organizer portal login API
T-043       PASS  HTTP 401  Invalid event organizer login is rejected
T-048       PASS  HTTP 200  Store portal login API
T-048       PASS  HTTP 401  Invalid store login is rejected</a:t>
            </a:r>
          </a:p>
        </p:txBody>
      </p:sp>
    </p:spTree>
    <p:extLst>
      <p:ext uri="{BB962C8B-B14F-4D97-AF65-F5344CB8AC3E}">
        <p14:creationId xmlns:p14="http://schemas.microsoft.com/office/powerpoint/2010/main" val="149196245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1">
            <a:extLst xmlns:a="http://schemas.openxmlformats.org/drawingml/2006/main">
              <a:ext uri="{FF2B5EF4-FFF2-40B4-BE49-F238E27FC236}">
                <a16:creationId xmlns:a16="http://schemas.microsoft.com/office/drawing/2014/main" id="{22C2F38A-1F7C-4E08-9F19-31086C9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副作用テストとT-052再試験はすべてPASS</a:t>
            </a:r>
          </a:p>
        </p:txBody>
      </p:sp>
      <p:sp>
        <p:nvSpPr>
          <p:cNvPr id="2" name="text-status-bg-41">
            <a:extLst xmlns:a="http://schemas.openxmlformats.org/drawingml/2006/main">
              <a:ext uri="{FF2B5EF4-FFF2-40B4-BE49-F238E27FC236}">
                <a16:creationId xmlns:a16="http://schemas.microsoft.com/office/drawing/2014/main" id="{51228AE1-8081-4CC6-B500-2F77049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1">
            <a:extLst xmlns:a="http://schemas.openxmlformats.org/drawingml/2006/main">
              <a:ext uri="{FF2B5EF4-FFF2-40B4-BE49-F238E27FC236}">
                <a16:creationId xmlns:a16="http://schemas.microsoft.com/office/drawing/2014/main" id="{F8EBF6E3-3834-4370-AA52-7FAC2A3C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1">
            <a:extLst xmlns:a="http://schemas.openxmlformats.org/drawingml/2006/main">
              <a:ext uri="{FF2B5EF4-FFF2-40B4-BE49-F238E27FC236}">
                <a16:creationId xmlns:a16="http://schemas.microsoft.com/office/drawing/2014/main" id="{9A0B74BE-8740-493D-A74A-E6EA520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副作用テスト後の復元に加え、翻訳更新APIの未認証拒否と認証済み成功を確認しました。</a:t>
            </a:r>
          </a:p>
        </p:txBody>
      </p:sp>
      <p:sp>
        <p:nvSpPr>
          <p:cNvPr id="5" name="source-41">
            <a:extLst xmlns:a="http://schemas.openxmlformats.org/drawingml/2006/main">
              <a:ext uri="{FF2B5EF4-FFF2-40B4-BE49-F238E27FC236}">
                <a16:creationId xmlns:a16="http://schemas.microsoft.com/office/drawing/2014/main" id="{81DF6A26-BA9A-4D3A-83C3-A0AE270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api/extended-api-results.json / api/T-052-translation-refresh-auth-live-20260714.json</a:t>
            </a:r>
          </a:p>
        </p:txBody>
      </p:sp>
      <p:sp>
        <p:nvSpPr>
          <p:cNvPr id="6" name="page-41">
            <a:extLst xmlns:a="http://schemas.openxmlformats.org/drawingml/2006/main">
              <a:ext uri="{FF2B5EF4-FFF2-40B4-BE49-F238E27FC236}">
                <a16:creationId xmlns:a16="http://schemas.microsoft.com/office/drawing/2014/main" id="{0B31522B-776D-4495-9412-F53E47D1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41</a:t>
            </a:r>
          </a:p>
        </p:txBody>
      </p:sp>
      <p:sp>
        <p:nvSpPr>
          <p:cNvPr id="7" name="text-panel-41-0">
            <a:extLst xmlns:a="http://schemas.openxmlformats.org/drawingml/2006/main">
              <a:ext uri="{FF2B5EF4-FFF2-40B4-BE49-F238E27FC236}">
                <a16:creationId xmlns:a16="http://schemas.microsoft.com/office/drawing/2014/main" id="{6FB6870E-0EAC-48E2-BE4A-36D56EF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1-0">
            <a:extLst xmlns:a="http://schemas.openxmlformats.org/drawingml/2006/main">
              <a:ext uri="{FF2B5EF4-FFF2-40B4-BE49-F238E27FC236}">
                <a16:creationId xmlns:a16="http://schemas.microsoft.com/office/drawing/2014/main" id="{F2FBEB79-FB65-445E-BC23-A17B683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T-020     PASS
status=200, still_liked=False
T-017     PASS
create=201, participate=400, points_unchanged=True
T-030     PASS
status=400, points=0, message=Not enough points.
T-037     PASS
changed=200, new_login=200, old_rejected=401, restored_login=200</a:t>
            </a:r>
          </a:p>
        </p:txBody>
      </p:sp>
      <p:sp>
        <p:nvSpPr>
          <p:cNvPr id="9" name="text-panel-41-1">
            <a:extLst xmlns:a="http://schemas.openxmlformats.org/drawingml/2006/main">
              <a:ext uri="{FF2B5EF4-FFF2-40B4-BE49-F238E27FC236}">
                <a16:creationId xmlns:a16="http://schemas.microsoft.com/office/drawing/2014/main" id="{68105159-B8F2-4669-90D4-2A7945F1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1-1">
            <a:extLst xmlns:a="http://schemas.openxmlformats.org/drawingml/2006/main">
              <a:ext uri="{FF2B5EF4-FFF2-40B4-BE49-F238E27FC236}">
                <a16:creationId xmlns:a16="http://schemas.microsoft.com/office/drawing/2014/main" id="{7705B787-D1EF-4E0B-949E-03698E8C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T-038     PASS
changed=200, old_rejected=401, new_login=200, restored_login=200
T-050     PASS
bootstrap=200, exchange=400, message=Invalid URL
T-058     PASS
updated=True, restored=True
RESTORE   PASS
status=200, email_restored=True, points_restored=True, name_restored=True
T-052     PASS
unauthenticated HTTP 403
authenticated   HTTP 200</a:t>
            </a:r>
          </a:p>
        </p:txBody>
      </p:sp>
    </p:spTree>
    <p:extLst>
      <p:ext uri="{BB962C8B-B14F-4D97-AF65-F5344CB8AC3E}">
        <p14:creationId xmlns:p14="http://schemas.microsoft.com/office/powerpoint/2010/main" val="77048626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2">
            <a:extLst xmlns:a="http://schemas.openxmlformats.org/drawingml/2006/main">
              <a:ext uri="{FF2B5EF4-FFF2-40B4-BE49-F238E27FC236}">
                <a16:creationId xmlns:a16="http://schemas.microsoft.com/office/drawing/2014/main" id="{2ADE11DE-94A0-460A-94D9-A6E40FBF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T-004 | 31回目からHTTP 429でレート制限</a:t>
            </a:r>
          </a:p>
        </p:txBody>
      </p:sp>
      <p:sp>
        <p:nvSpPr>
          <p:cNvPr id="2" name="text-status-bg-42">
            <a:extLst xmlns:a="http://schemas.openxmlformats.org/drawingml/2006/main">
              <a:ext uri="{FF2B5EF4-FFF2-40B4-BE49-F238E27FC236}">
                <a16:creationId xmlns:a16="http://schemas.microsoft.com/office/drawing/2014/main" id="{FAAE9037-A629-4E5A-A357-33C8CE7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2">
            <a:extLst xmlns:a="http://schemas.openxmlformats.org/drawingml/2006/main">
              <a:ext uri="{FF2B5EF4-FFF2-40B4-BE49-F238E27FC236}">
                <a16:creationId xmlns:a16="http://schemas.microsoft.com/office/drawing/2014/main" id="{502A8F78-1773-4ADC-A7F8-FEFB07A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2">
            <a:extLst xmlns:a="http://schemas.openxmlformats.org/drawingml/2006/main">
              <a:ext uri="{FF2B5EF4-FFF2-40B4-BE49-F238E27FC236}">
                <a16:creationId xmlns:a16="http://schemas.microsoft.com/office/drawing/2014/main" id="{8B04BE4F-05B6-41B2-A3E3-14A6473C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不正ログインを35回連続送信。1〜30回はHTTP 401、31回目以降はHTTP 429となりました。</a:t>
            </a:r>
          </a:p>
        </p:txBody>
      </p:sp>
      <p:sp>
        <p:nvSpPr>
          <p:cNvPr id="5" name="source-42">
            <a:extLst xmlns:a="http://schemas.openxmlformats.org/drawingml/2006/main">
              <a:ext uri="{FF2B5EF4-FFF2-40B4-BE49-F238E27FC236}">
                <a16:creationId xmlns:a16="http://schemas.microsoft.com/office/drawing/2014/main" id="{B431AE52-94E7-43BE-879D-EFC1E29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api/T-004_rate-limit.json</a:t>
            </a:r>
          </a:p>
        </p:txBody>
      </p:sp>
      <p:sp>
        <p:nvSpPr>
          <p:cNvPr id="6" name="page-42">
            <a:extLst xmlns:a="http://schemas.openxmlformats.org/drawingml/2006/main">
              <a:ext uri="{FF2B5EF4-FFF2-40B4-BE49-F238E27FC236}">
                <a16:creationId xmlns:a16="http://schemas.microsoft.com/office/drawing/2014/main" id="{9422B2FC-1D3D-472A-9E15-F918BF9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42</a:t>
            </a:r>
          </a:p>
        </p:txBody>
      </p:sp>
      <p:sp>
        <p:nvSpPr>
          <p:cNvPr id="7" name="text-panel-42-0">
            <a:extLst xmlns:a="http://schemas.openxmlformats.org/drawingml/2006/main">
              <a:ext uri="{FF2B5EF4-FFF2-40B4-BE49-F238E27FC236}">
                <a16:creationId xmlns:a16="http://schemas.microsoft.com/office/drawing/2014/main" id="{754943BC-CA51-4757-B83C-4172B12B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2-0">
            <a:extLst xmlns:a="http://schemas.openxmlformats.org/drawingml/2006/main">
              <a:ext uri="{FF2B5EF4-FFF2-40B4-BE49-F238E27FC236}">
                <a16:creationId xmlns:a16="http://schemas.microsoft.com/office/drawing/2014/main" id="{E88E9596-1EEA-498C-B098-707A356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ATTEMPT 01–30
HTTP 401
Unauthorized
30 requests rejected</a:t>
            </a:r>
          </a:p>
        </p:txBody>
      </p:sp>
      <p:sp>
        <p:nvSpPr>
          <p:cNvPr id="9" name="text-panel-42-1">
            <a:extLst xmlns:a="http://schemas.openxmlformats.org/drawingml/2006/main">
              <a:ext uri="{FF2B5EF4-FFF2-40B4-BE49-F238E27FC236}">
                <a16:creationId xmlns:a16="http://schemas.microsoft.com/office/drawing/2014/main" id="{6B2D2BB7-8C53-4D53-A7E2-0C89170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2-1">
            <a:extLst xmlns:a="http://schemas.openxmlformats.org/drawingml/2006/main">
              <a:ext uri="{FF2B5EF4-FFF2-40B4-BE49-F238E27FC236}">
                <a16:creationId xmlns:a16="http://schemas.microsoft.com/office/drawing/2014/main" id="{C9C2FB08-1285-4905-964C-FA59E105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ATTEMPT 31–35
HTTP 429
Too Many Requests
Rate limit activated</a:t>
            </a:r>
          </a:p>
        </p:txBody>
      </p:sp>
    </p:spTree>
    <p:extLst>
      <p:ext uri="{BB962C8B-B14F-4D97-AF65-F5344CB8AC3E}">
        <p14:creationId xmlns:p14="http://schemas.microsoft.com/office/powerpoint/2010/main" val="111135396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3">
            <a:extLst xmlns:a="http://schemas.openxmlformats.org/drawingml/2006/main">
              <a:ext uri="{FF2B5EF4-FFF2-40B4-BE49-F238E27FC236}">
                <a16:creationId xmlns:a16="http://schemas.microsoft.com/office/drawing/2014/main" id="{A4A21001-E783-45D7-9DC4-6EAF9790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T-014 | 2種類の操作でモーダル閉鎖を確認</a:t>
            </a:r>
          </a:p>
        </p:txBody>
      </p:sp>
      <p:sp>
        <p:nvSpPr>
          <p:cNvPr id="2" name="text-status-bg-43">
            <a:extLst xmlns:a="http://schemas.openxmlformats.org/drawingml/2006/main">
              <a:ext uri="{FF2B5EF4-FFF2-40B4-BE49-F238E27FC236}">
                <a16:creationId xmlns:a16="http://schemas.microsoft.com/office/drawing/2014/main" id="{7280237D-503F-4802-9BD2-1CA3237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3">
            <a:extLst xmlns:a="http://schemas.openxmlformats.org/drawingml/2006/main">
              <a:ext uri="{FF2B5EF4-FFF2-40B4-BE49-F238E27FC236}">
                <a16:creationId xmlns:a16="http://schemas.microsoft.com/office/drawing/2014/main" id="{B1F86E1D-EEF9-4C0A-B6F9-377BDAA0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3">
            <a:extLst xmlns:a="http://schemas.openxmlformats.org/drawingml/2006/main">
              <a:ext uri="{FF2B5EF4-FFF2-40B4-BE49-F238E27FC236}">
                <a16:creationId xmlns:a16="http://schemas.microsoft.com/office/drawing/2014/main" id="{85DDE3BE-6442-4C1A-8B85-88803899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実画面操作後にdialog要素が消えることを機械判定しました。</a:t>
            </a:r>
          </a:p>
        </p:txBody>
      </p:sp>
      <p:sp>
        <p:nvSpPr>
          <p:cNvPr id="5" name="source-43">
            <a:extLst xmlns:a="http://schemas.openxmlformats.org/drawingml/2006/main">
              <a:ext uri="{FF2B5EF4-FFF2-40B4-BE49-F238E27FC236}">
                <a16:creationId xmlns:a16="http://schemas.microsoft.com/office/drawing/2014/main" id="{C9BC0415-7F40-4825-B457-FA39F7CA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api/T-014-modal-close.json</a:t>
            </a:r>
          </a:p>
        </p:txBody>
      </p:sp>
      <p:sp>
        <p:nvSpPr>
          <p:cNvPr id="6" name="page-43">
            <a:extLst xmlns:a="http://schemas.openxmlformats.org/drawingml/2006/main">
              <a:ext uri="{FF2B5EF4-FFF2-40B4-BE49-F238E27FC236}">
                <a16:creationId xmlns:a16="http://schemas.microsoft.com/office/drawing/2014/main" id="{DB0C2000-4073-4325-849D-4DB17BD5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43</a:t>
            </a:r>
          </a:p>
        </p:txBody>
      </p:sp>
      <p:sp>
        <p:nvSpPr>
          <p:cNvPr id="7" name="text-panel-43-0">
            <a:extLst xmlns:a="http://schemas.openxmlformats.org/drawingml/2006/main">
              <a:ext uri="{FF2B5EF4-FFF2-40B4-BE49-F238E27FC236}">
                <a16:creationId xmlns:a16="http://schemas.microsoft.com/office/drawing/2014/main" id="{826F7831-C0BC-4933-BCA0-D136E94F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3-0">
            <a:extLst xmlns:a="http://schemas.openxmlformats.org/drawingml/2006/main">
              <a:ext uri="{FF2B5EF4-FFF2-40B4-BE49-F238E27FC236}">
                <a16:creationId xmlns:a16="http://schemas.microsoft.com/office/drawing/2014/main" id="{E170F728-D3BB-4A1D-BABD-EE321C4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outsideTapClosed  true
downSwipeClosed  true
URL
https://link-twon.vercel.app/app/events
executedAt
2026-07-13T16:40:55.687Z</a:t>
            </a:r>
          </a:p>
        </p:txBody>
      </p:sp>
    </p:spTree>
    <p:extLst>
      <p:ext uri="{BB962C8B-B14F-4D97-AF65-F5344CB8AC3E}">
        <p14:creationId xmlns:p14="http://schemas.microsoft.com/office/powerpoint/2010/main" val="79748262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4">
            <a:extLst xmlns:a="http://schemas.openxmlformats.org/drawingml/2006/main">
              <a:ext uri="{FF2B5EF4-FFF2-40B4-BE49-F238E27FC236}">
                <a16:creationId xmlns:a16="http://schemas.microsoft.com/office/drawing/2014/main" id="{8B11FBE8-5009-4249-8D95-C4E3C3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T-022 | QRは許可された7キーだけを保持</a:t>
            </a:r>
          </a:p>
        </p:txBody>
      </p:sp>
      <p:sp>
        <p:nvSpPr>
          <p:cNvPr id="2" name="text-status-bg-44">
            <a:extLst xmlns:a="http://schemas.openxmlformats.org/drawingml/2006/main">
              <a:ext uri="{FF2B5EF4-FFF2-40B4-BE49-F238E27FC236}">
                <a16:creationId xmlns:a16="http://schemas.microsoft.com/office/drawing/2014/main" id="{E9C2B1A2-5962-4FAD-9209-EA44E7E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4">
            <a:extLst xmlns:a="http://schemas.openxmlformats.org/drawingml/2006/main">
              <a:ext uri="{FF2B5EF4-FFF2-40B4-BE49-F238E27FC236}">
                <a16:creationId xmlns:a16="http://schemas.microsoft.com/office/drawing/2014/main" id="{F98F05CE-B0D2-4E63-A69B-2546546A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4">
            <a:extLst xmlns:a="http://schemas.openxmlformats.org/drawingml/2006/main">
              <a:ext uri="{FF2B5EF4-FFF2-40B4-BE49-F238E27FC236}">
                <a16:creationId xmlns:a16="http://schemas.microsoft.com/office/drawing/2014/main" id="{F65D6270-572D-49EB-870E-43F0E6F2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JWT、パスワード、決済情報などの禁止キーが含まれないことをURL解析で確認しました。</a:t>
            </a:r>
          </a:p>
        </p:txBody>
      </p:sp>
      <p:sp>
        <p:nvSpPr>
          <p:cNvPr id="5" name="source-44">
            <a:extLst xmlns:a="http://schemas.openxmlformats.org/drawingml/2006/main">
              <a:ext uri="{FF2B5EF4-FFF2-40B4-BE49-F238E27FC236}">
                <a16:creationId xmlns:a16="http://schemas.microsoft.com/office/drawing/2014/main" id="{CAF3CEF5-F8A9-44AC-8652-E6F708CA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api/T-022-qr-payload-inspection.json</a:t>
            </a:r>
          </a:p>
        </p:txBody>
      </p:sp>
      <p:sp>
        <p:nvSpPr>
          <p:cNvPr id="6" name="page-44">
            <a:extLst xmlns:a="http://schemas.openxmlformats.org/drawingml/2006/main">
              <a:ext uri="{FF2B5EF4-FFF2-40B4-BE49-F238E27FC236}">
                <a16:creationId xmlns:a16="http://schemas.microsoft.com/office/drawing/2014/main" id="{EB3615DE-2A88-4307-9D69-162AE58C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44</a:t>
            </a:r>
          </a:p>
        </p:txBody>
      </p:sp>
      <p:sp>
        <p:nvSpPr>
          <p:cNvPr id="7" name="text-panel-44-0">
            <a:extLst xmlns:a="http://schemas.openxmlformats.org/drawingml/2006/main">
              <a:ext uri="{FF2B5EF4-FFF2-40B4-BE49-F238E27FC236}">
                <a16:creationId xmlns:a16="http://schemas.microsoft.com/office/drawing/2014/main" id="{DA92AF1B-2606-49F9-9EE0-DCB6A5D0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4-0">
            <a:extLst xmlns:a="http://schemas.openxmlformats.org/drawingml/2006/main">
              <a:ext uri="{FF2B5EF4-FFF2-40B4-BE49-F238E27FC236}">
                <a16:creationId xmlns:a16="http://schemas.microsoft.com/office/drawing/2014/main" id="{72FDA49E-7FBE-4578-8B7D-99BFD63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scheme  linktown:
path    user-present
keys
v
type
user_id
name
issued_at
expires_at
nonce
forbiddenKeysPresent
none</a:t>
            </a:r>
          </a:p>
        </p:txBody>
      </p:sp>
    </p:spTree>
    <p:extLst>
      <p:ext uri="{BB962C8B-B14F-4D97-AF65-F5344CB8AC3E}">
        <p14:creationId xmlns:p14="http://schemas.microsoft.com/office/powerpoint/2010/main" val="104634973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5">
            <a:extLst xmlns:a="http://schemas.openxmlformats.org/drawingml/2006/main">
              <a:ext uri="{FF2B5EF4-FFF2-40B4-BE49-F238E27FC236}">
                <a16:creationId xmlns:a16="http://schemas.microsoft.com/office/drawing/2014/main" id="{E3FBDC78-E1BA-41A2-BD56-04FD886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T-051 | GitHub Actionsで30分ごとに翻訳更新</a:t>
            </a:r>
          </a:p>
        </p:txBody>
      </p:sp>
      <p:sp>
        <p:nvSpPr>
          <p:cNvPr id="2" name="text-status-bg-45">
            <a:extLst xmlns:a="http://schemas.openxmlformats.org/drawingml/2006/main">
              <a:ext uri="{FF2B5EF4-FFF2-40B4-BE49-F238E27FC236}">
                <a16:creationId xmlns:a16="http://schemas.microsoft.com/office/drawing/2014/main" id="{CE9CE087-C6FC-4B56-B324-2223744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5">
            <a:extLst xmlns:a="http://schemas.openxmlformats.org/drawingml/2006/main">
              <a:ext uri="{FF2B5EF4-FFF2-40B4-BE49-F238E27FC236}">
                <a16:creationId xmlns:a16="http://schemas.microsoft.com/office/drawing/2014/main" id="{9AF576FD-E6B0-4D99-BCC6-2A316A5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5">
            <a:extLst xmlns:a="http://schemas.openxmlformats.org/drawingml/2006/main">
              <a:ext uri="{FF2B5EF4-FFF2-40B4-BE49-F238E27FC236}">
                <a16:creationId xmlns:a16="http://schemas.microsoft.com/office/drawing/2014/main" id="{652A4DA9-7268-480F-B645-B860C9D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毎時13分・43分の定期実行をmainへ反映。手動Runも成功し、Render上に課金対象Cronがないことを確認しました。</a:t>
            </a:r>
          </a:p>
        </p:txBody>
      </p:sp>
      <p:sp>
        <p:nvSpPr>
          <p:cNvPr id="5" name="source-45">
            <a:extLst xmlns:a="http://schemas.openxmlformats.org/drawingml/2006/main">
              <a:ext uri="{FF2B5EF4-FFF2-40B4-BE49-F238E27FC236}">
                <a16:creationId xmlns:a16="http://schemas.microsoft.com/office/drawing/2014/main" id="{91F91CB1-8DBB-474A-9585-8C324318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screenshots/T-051-github-actions-refresh-log-20260714.png / api/T-052-translation-refresh-auth-live-20260714.json</a:t>
            </a:r>
          </a:p>
        </p:txBody>
      </p:sp>
      <p:sp>
        <p:nvSpPr>
          <p:cNvPr id="6" name="page-45">
            <a:extLst xmlns:a="http://schemas.openxmlformats.org/drawingml/2006/main">
              <a:ext uri="{FF2B5EF4-FFF2-40B4-BE49-F238E27FC236}">
                <a16:creationId xmlns:a16="http://schemas.microsoft.com/office/drawing/2014/main" id="{94E661E0-AB01-4BE1-AED0-0C276784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45</a:t>
            </a:r>
          </a:p>
        </p:txBody>
      </p:sp>
      <p:sp>
        <p:nvSpPr>
          <p:cNvPr id="7" name="text-panel-45-0">
            <a:extLst xmlns:a="http://schemas.openxmlformats.org/drawingml/2006/main">
              <a:ext uri="{FF2B5EF4-FFF2-40B4-BE49-F238E27FC236}">
                <a16:creationId xmlns:a16="http://schemas.microsoft.com/office/drawing/2014/main" id="{71CA3A71-FB9A-4CFC-94E5-E887D239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2776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5-0">
            <a:extLst xmlns:a="http://schemas.openxmlformats.org/drawingml/2006/main">
              <a:ext uri="{FF2B5EF4-FFF2-40B4-BE49-F238E27FC236}">
                <a16:creationId xmlns:a16="http://schemas.microsoft.com/office/drawing/2014/main" id="{99EC133E-9D43-4AB9-AA69-7062E37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93470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Schedule          13,43 * * * *
Workflow run      29291316444
Conclusion        success
Duration          7s
API response
HTTP              200
records           40
failed            0
Render Cron found false</a:t>
            </a:r>
          </a:p>
        </p:txBody>
      </p:sp>
    </p:spTree>
    <p:extLst>
      <p:ext uri="{BB962C8B-B14F-4D97-AF65-F5344CB8AC3E}">
        <p14:creationId xmlns:p14="http://schemas.microsoft.com/office/powerpoint/2010/main" val="118979191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6">
            <a:extLst xmlns:a="http://schemas.openxmlformats.org/drawingml/2006/main">
              <a:ext uri="{FF2B5EF4-FFF2-40B4-BE49-F238E27FC236}">
                <a16:creationId xmlns:a16="http://schemas.microsoft.com/office/drawing/2014/main" id="{7B11B135-3C15-44CA-8D1B-E5A835D6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デプロイAPI実行ログも全項目PASSを記録</a:t>
            </a:r>
          </a:p>
        </p:txBody>
      </p:sp>
      <p:sp>
        <p:nvSpPr>
          <p:cNvPr id="2" name="text-status-bg-46">
            <a:extLst xmlns:a="http://schemas.openxmlformats.org/drawingml/2006/main">
              <a:ext uri="{FF2B5EF4-FFF2-40B4-BE49-F238E27FC236}">
                <a16:creationId xmlns:a16="http://schemas.microsoft.com/office/drawing/2014/main" id="{97D9F24D-9A63-454F-8DBA-CD70ACC5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6">
            <a:extLst xmlns:a="http://schemas.openxmlformats.org/drawingml/2006/main">
              <a:ext uri="{FF2B5EF4-FFF2-40B4-BE49-F238E27FC236}">
                <a16:creationId xmlns:a16="http://schemas.microsoft.com/office/drawing/2014/main" id="{A6633170-88AC-421B-8A93-0DE541C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6">
            <a:extLst xmlns:a="http://schemas.openxmlformats.org/drawingml/2006/main">
              <a:ext uri="{FF2B5EF4-FFF2-40B4-BE49-F238E27FC236}">
                <a16:creationId xmlns:a16="http://schemas.microsoft.com/office/drawing/2014/main" id="{DAF2CF89-6CDD-4017-A0BC-F52C167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PowerShell表形式ログの内容を、テストID・判定・HTTPコード・名称の順に整形表示しています。</a:t>
            </a:r>
          </a:p>
        </p:txBody>
      </p:sp>
      <p:sp>
        <p:nvSpPr>
          <p:cNvPr id="5" name="source-46">
            <a:extLst xmlns:a="http://schemas.openxmlformats.org/drawingml/2006/main">
              <a:ext uri="{FF2B5EF4-FFF2-40B4-BE49-F238E27FC236}">
                <a16:creationId xmlns:a16="http://schemas.microsoft.com/office/drawing/2014/main" id="{CE85EC49-D86B-4B59-9415-28BD0D0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logs/live-api-summary.log</a:t>
            </a:r>
          </a:p>
        </p:txBody>
      </p:sp>
      <p:sp>
        <p:nvSpPr>
          <p:cNvPr id="6" name="page-46">
            <a:extLst xmlns:a="http://schemas.openxmlformats.org/drawingml/2006/main">
              <a:ext uri="{FF2B5EF4-FFF2-40B4-BE49-F238E27FC236}">
                <a16:creationId xmlns:a16="http://schemas.microsoft.com/office/drawing/2014/main" id="{69FF020C-E936-415B-AD09-2C65F636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46</a:t>
            </a:r>
          </a:p>
        </p:txBody>
      </p:sp>
      <p:sp>
        <p:nvSpPr>
          <p:cNvPr id="7" name="text-panel-46-0">
            <a:extLst xmlns:a="http://schemas.openxmlformats.org/drawingml/2006/main">
              <a:ext uri="{FF2B5EF4-FFF2-40B4-BE49-F238E27FC236}">
                <a16:creationId xmlns:a16="http://schemas.microsoft.com/office/drawing/2014/main" id="{67293030-0E50-4A26-B030-0E413746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6-0">
            <a:extLst xmlns:a="http://schemas.openxmlformats.org/drawingml/2006/main">
              <a:ext uri="{FF2B5EF4-FFF2-40B4-BE49-F238E27FC236}">
                <a16:creationId xmlns:a16="http://schemas.microsoft.com/office/drawing/2014/main" id="{6DE390A5-1CAE-4121-AB4D-2AE8C5A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32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ENV-001     PASS  HTTP 200  Backend health
T-003       PASS  HTTP 401  Invalid user login is rejected
T-002       PASS  HTTP 200  Valid user login
T-007       PASS  HTTP 401  Invalid or expired token is rejected
T-011       PASS  HTTP 200  Event list API
T-024       PASS  HTTP 200  Point balance API
T-024       PASS  HTTP 200  Point history API
T-027       PASS  HTTP 200  Service list API
T-032       PASS  HTTP 200  Account settings API
T-039       PASS  HTTP 200  Notification list API
T-041       PASS  HTTP 200  Support ticket list API
T-055       PASS  HTTP 403  Regular user cannot access admin API</a:t>
            </a:r>
          </a:p>
        </p:txBody>
      </p:sp>
      <p:sp>
        <p:nvSpPr>
          <p:cNvPr id="9" name="text-panel-46-1">
            <a:extLst xmlns:a="http://schemas.openxmlformats.org/drawingml/2006/main">
              <a:ext uri="{FF2B5EF4-FFF2-40B4-BE49-F238E27FC236}">
                <a16:creationId xmlns:a16="http://schemas.microsoft.com/office/drawing/2014/main" id="{91EE85EB-1A65-4967-BCEA-9F1B7A2D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6-1">
            <a:extLst xmlns:a="http://schemas.openxmlformats.org/drawingml/2006/main">
              <a:ext uri="{FF2B5EF4-FFF2-40B4-BE49-F238E27FC236}">
                <a16:creationId xmlns:a16="http://schemas.microsoft.com/office/drawing/2014/main" id="{75E2E171-34C9-4D7C-9B30-677BC1BF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9266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T-026       PASS  HTTP 201  Failed mock purchase does not change balance
T-054       PASS  HTTP 200  Valid admin login
T-056       PASS  HTTP 200  Admin event list API
T-057       PASS  HTTP 200  Admin store list API
T-057       PASS  HTTP 200  Admin service list API
T-058       PASS  HTTP 200  Admin user list API
T-060       PASS  HTTP 200  Admin support list API
ADMIN-STATS PASS  HTTP 200  Admin statistics API
T-042       PASS  HTTP 200  Event organizer portal login API
T-043       PASS  HTTP 401  Invalid event organizer login is rejected
T-048       PASS  HTTP 200  Store portal login API
T-048       PASS  HTTP 401  Invalid store login is rejected</a:t>
            </a:r>
          </a:p>
        </p:txBody>
      </p:sp>
    </p:spTree>
    <p:extLst>
      <p:ext uri="{BB962C8B-B14F-4D97-AF65-F5344CB8AC3E}">
        <p14:creationId xmlns:p14="http://schemas.microsoft.com/office/powerpoint/2010/main" val="1678648888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7">
            <a:extLst xmlns:a="http://schemas.openxmlformats.org/drawingml/2006/main">
              <a:ext uri="{FF2B5EF4-FFF2-40B4-BE49-F238E27FC236}">
                <a16:creationId xmlns:a16="http://schemas.microsoft.com/office/drawing/2014/main" id="{F5751FD0-1DB7-4F23-8758-CBA06849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追加APIログとT-052再試験結果</a:t>
            </a:r>
          </a:p>
        </p:txBody>
      </p:sp>
      <p:sp>
        <p:nvSpPr>
          <p:cNvPr id="2" name="text-status-bg-47">
            <a:extLst xmlns:a="http://schemas.openxmlformats.org/drawingml/2006/main">
              <a:ext uri="{FF2B5EF4-FFF2-40B4-BE49-F238E27FC236}">
                <a16:creationId xmlns:a16="http://schemas.microsoft.com/office/drawing/2014/main" id="{135D5E0B-48DC-4F4E-82A3-47321B7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7">
            <a:extLst xmlns:a="http://schemas.openxmlformats.org/drawingml/2006/main">
              <a:ext uri="{FF2B5EF4-FFF2-40B4-BE49-F238E27FC236}">
                <a16:creationId xmlns:a16="http://schemas.microsoft.com/office/drawing/2014/main" id="{EE8CB749-EBE9-42A0-9B3C-50F3FF4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7">
            <a:extLst xmlns:a="http://schemas.openxmlformats.org/drawingml/2006/main">
              <a:ext uri="{FF2B5EF4-FFF2-40B4-BE49-F238E27FC236}">
                <a16:creationId xmlns:a16="http://schemas.microsoft.com/office/drawing/2014/main" id="{1754248A-9CA4-4103-ABCD-B21E385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追加API試験7件と復元処理がPASS。T-052は環境変数設定後の再試験で未認証403・認証済み200となりました。</a:t>
            </a:r>
          </a:p>
        </p:txBody>
      </p:sp>
      <p:sp>
        <p:nvSpPr>
          <p:cNvPr id="5" name="source-47">
            <a:extLst xmlns:a="http://schemas.openxmlformats.org/drawingml/2006/main">
              <a:ext uri="{FF2B5EF4-FFF2-40B4-BE49-F238E27FC236}">
                <a16:creationId xmlns:a16="http://schemas.microsoft.com/office/drawing/2014/main" id="{B5DA9E4B-B459-4F78-9D10-CFE889A4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logs/extended-api-summary.log / api/T-052-translation-refresh-auth-live-20260714.json</a:t>
            </a:r>
          </a:p>
        </p:txBody>
      </p:sp>
      <p:sp>
        <p:nvSpPr>
          <p:cNvPr id="6" name="page-47">
            <a:extLst xmlns:a="http://schemas.openxmlformats.org/drawingml/2006/main">
              <a:ext uri="{FF2B5EF4-FFF2-40B4-BE49-F238E27FC236}">
                <a16:creationId xmlns:a16="http://schemas.microsoft.com/office/drawing/2014/main" id="{60CB8136-373C-4CC9-81DB-AA41B7F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47</a:t>
            </a:r>
          </a:p>
        </p:txBody>
      </p:sp>
      <p:sp>
        <p:nvSpPr>
          <p:cNvPr id="7" name="text-panel-47-0">
            <a:extLst xmlns:a="http://schemas.openxmlformats.org/drawingml/2006/main">
              <a:ext uri="{FF2B5EF4-FFF2-40B4-BE49-F238E27FC236}">
                <a16:creationId xmlns:a16="http://schemas.microsoft.com/office/drawing/2014/main" id="{957620FC-DD58-4280-92A2-37099C0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7-0">
            <a:extLst xmlns:a="http://schemas.openxmlformats.org/drawingml/2006/main">
              <a:ext uri="{FF2B5EF4-FFF2-40B4-BE49-F238E27FC236}">
                <a16:creationId xmlns:a16="http://schemas.microsoft.com/office/drawing/2014/main" id="{BF5809BD-5001-464A-B862-7D78F05D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T-020     PASS
status=200, still_liked=False
T-017     PASS
create=201, participate=400, points_unchanged=True
T-030     PASS
status=400, points=0, message=Not enough points.
T-037     PASS
changed=200, new_login=200, old_rejected=401, restored_login=200</a:t>
            </a:r>
          </a:p>
        </p:txBody>
      </p:sp>
      <p:sp>
        <p:nvSpPr>
          <p:cNvPr id="9" name="text-panel-47-1">
            <a:extLst xmlns:a="http://schemas.openxmlformats.org/drawingml/2006/main">
              <a:ext uri="{FF2B5EF4-FFF2-40B4-BE49-F238E27FC236}">
                <a16:creationId xmlns:a16="http://schemas.microsoft.com/office/drawing/2014/main" id="{CC52D6B3-F31D-4DBD-99EC-3314A50C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7-1">
            <a:extLst xmlns:a="http://schemas.openxmlformats.org/drawingml/2006/main">
              <a:ext uri="{FF2B5EF4-FFF2-40B4-BE49-F238E27FC236}">
                <a16:creationId xmlns:a16="http://schemas.microsoft.com/office/drawing/2014/main" id="{9FAC4711-8EC0-4DBC-884C-3BF7B21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T-038     PASS
changed=200, old_rejected=401, new_login=200, restored_login=200
T-050     PASS
bootstrap=200, exchange=400, message=Invalid URL
T-058     PASS
updated=True, restored=True
RESTORE   PASS
status=200, email_restored=True, points_restored=True, name_restored=True
T-052 RETEST
HTTP 403 without key
HTTP 200 with key
Actions success</a:t>
            </a:r>
          </a:p>
        </p:txBody>
      </p:sp>
    </p:spTree>
    <p:extLst>
      <p:ext uri="{BB962C8B-B14F-4D97-AF65-F5344CB8AC3E}">
        <p14:creationId xmlns:p14="http://schemas.microsoft.com/office/powerpoint/2010/main" val="97385886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title-48">
            <a:extLst xmlns:a="http://schemas.openxmlformats.org/drawingml/2006/main">
              <a:ext uri="{FF2B5EF4-FFF2-40B4-BE49-F238E27FC236}">
                <a16:creationId xmlns:a16="http://schemas.microsoft.com/office/drawing/2014/main" id="{D8ED5846-4E91-4592-A5B6-A65DB3D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52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バックエンド・3フロント・ポータルの自動試験が完了</a:t>
            </a:r>
          </a:p>
        </p:txBody>
      </p:sp>
      <p:sp>
        <p:nvSpPr>
          <p:cNvPr id="2" name="text-status-bg-48">
            <a:extLst xmlns:a="http://schemas.openxmlformats.org/drawingml/2006/main">
              <a:ext uri="{FF2B5EF4-FFF2-40B4-BE49-F238E27FC236}">
                <a16:creationId xmlns:a16="http://schemas.microsoft.com/office/drawing/2014/main" id="{5B95F441-5490-4ADE-A6E6-9C337F89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EC"/>
          </a:solidFill>
        </p:spPr>
      </p:sp>
      <p:sp>
        <p:nvSpPr>
          <p:cNvPr id="3" name="text-status-48">
            <a:extLst xmlns:a="http://schemas.openxmlformats.org/drawingml/2006/main">
              <a:ext uri="{FF2B5EF4-FFF2-40B4-BE49-F238E27FC236}">
                <a16:creationId xmlns:a16="http://schemas.microsoft.com/office/drawing/2014/main" id="{93BC1D98-4370-4BF2-8697-B5AD4C2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720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8A4C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  <p:sp>
        <p:nvSpPr>
          <p:cNvPr id="4" name="text-intro-48">
            <a:extLst xmlns:a="http://schemas.openxmlformats.org/drawingml/2006/main">
              <a:ext uri="{FF2B5EF4-FFF2-40B4-BE49-F238E27FC236}">
                <a16:creationId xmlns:a16="http://schemas.microsoft.com/office/drawing/2014/main" id="{AE8FE2C8-276F-4034-9CEB-2B0DFBE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翻訳単体、バックエンドsmoke、利用者・管理者フロントの型検査とビルド、パートナーポータルsmokeを実行しました。</a:t>
            </a:r>
          </a:p>
        </p:txBody>
      </p:sp>
      <p:sp>
        <p:nvSpPr>
          <p:cNvPr id="5" name="source-48">
            <a:extLst xmlns:a="http://schemas.openxmlformats.org/drawingml/2006/main">
              <a:ext uri="{FF2B5EF4-FFF2-40B4-BE49-F238E27FC236}">
                <a16:creationId xmlns:a16="http://schemas.microsoft.com/office/drawing/2014/main" id="{7B105473-DC2D-41C6-B1A9-B52842C3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logs/npm-test.log</a:t>
            </a:r>
          </a:p>
        </p:txBody>
      </p:sp>
      <p:sp>
        <p:nvSpPr>
          <p:cNvPr id="6" name="page-48">
            <a:extLst xmlns:a="http://schemas.openxmlformats.org/drawingml/2006/main">
              <a:ext uri="{FF2B5EF4-FFF2-40B4-BE49-F238E27FC236}">
                <a16:creationId xmlns:a16="http://schemas.microsoft.com/office/drawing/2014/main" id="{BDDEAD6B-BF68-42D4-9271-A5A912B2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48</a:t>
            </a:r>
          </a:p>
        </p:txBody>
      </p:sp>
      <p:sp>
        <p:nvSpPr>
          <p:cNvPr id="7" name="text-panel-48-0">
            <a:extLst xmlns:a="http://schemas.openxmlformats.org/drawingml/2006/main">
              <a:ext uri="{FF2B5EF4-FFF2-40B4-BE49-F238E27FC236}">
                <a16:creationId xmlns:a16="http://schemas.microsoft.com/office/drawing/2014/main" id="{06C0200C-50E7-4ADC-A25E-497B3802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8" name="text-body-48-0">
            <a:extLst xmlns:a="http://schemas.openxmlformats.org/drawingml/2006/main">
              <a:ext uri="{FF2B5EF4-FFF2-40B4-BE49-F238E27FC236}">
                <a16:creationId xmlns:a16="http://schemas.microsoft.com/office/drawing/2014/main" id="{D974B8BF-9EFA-4E05-B8A9-6A1AC7ED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BACKEND UNIT
translationService unit test passed
BACKEND SMOKE
backend smoke test passed
USER FRONTEND
test environment configuration is valid
94 modules transformed
build completed</a:t>
            </a:r>
          </a:p>
        </p:txBody>
      </p:sp>
      <p:sp>
        <p:nvSpPr>
          <p:cNvPr id="9" name="text-panel-48-1">
            <a:extLst xmlns:a="http://schemas.openxmlformats.org/drawingml/2006/main">
              <a:ext uri="{FF2B5EF4-FFF2-40B4-BE49-F238E27FC236}">
                <a16:creationId xmlns:a16="http://schemas.microsoft.com/office/drawing/2014/main" id="{6BC81107-5CF1-4354-9C2A-6E7FE6D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5054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0" name="text-body-48-1">
            <a:extLst xmlns:a="http://schemas.openxmlformats.org/drawingml/2006/main">
              <a:ext uri="{FF2B5EF4-FFF2-40B4-BE49-F238E27FC236}">
                <a16:creationId xmlns:a16="http://schemas.microsoft.com/office/drawing/2014/main" id="{38EAE383-E953-4B90-A8B8-6DD1D885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5162550" cy="392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t>ADMIN FRONTEND
test environment configuration is valid
47 modules transformed
build completed
PARTNER PORTALS
partner-portals smoke test passed
OVERALL
npm test exit code 0</a:t>
            </a:r>
          </a:p>
        </p:txBody>
      </p:sp>
    </p:spTree>
    <p:extLst>
      <p:ext uri="{BB962C8B-B14F-4D97-AF65-F5344CB8AC3E}">
        <p14:creationId xmlns:p14="http://schemas.microsoft.com/office/powerpoint/2010/main" val="52119129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83C8F236-D777-4F83-9464-E6843C3C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38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提出時点の結論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BF20269-1592-426A-99DC-17E6709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60件すべてPASS。
未確認項目はありません。</a:t>
            </a:r>
          </a:p>
        </p:txBody>
      </p:sp>
      <p:sp>
        <p:nvSpPr>
          <p:cNvPr id="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29939FB0-9002-4AE6-8DEB-2789FA5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B34DA06B-47D6-4E57-B4F6-8EA85F47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001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翻訳更新はGitHub Actionsで30分間隔に実行。
未認証403・認証済み200、実行結果40件・失敗0件を確認済み。</a:t>
            </a:r>
          </a:p>
        </p:txBody>
      </p:sp>
      <p:sp>
        <p:nvSpPr>
          <p:cNvPr id="5" name="source-49">
            <a:extLst xmlns:a="http://schemas.openxmlformats.org/drawingml/2006/main">
              <a:ext uri="{FF2B5EF4-FFF2-40B4-BE49-F238E27FC236}">
                <a16:creationId xmlns:a16="http://schemas.microsoft.com/office/drawing/2014/main" id="{267276FB-B7ED-4CE5-BFD9-5286D0C9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判定基準: D1_テスト実施証跡_20260710.xlsx</a:t>
            </a:r>
          </a:p>
        </p:txBody>
      </p:sp>
      <p:sp>
        <p:nvSpPr>
          <p:cNvPr id="6" name="page-49">
            <a:extLst xmlns:a="http://schemas.openxmlformats.org/drawingml/2006/main">
              <a:ext uri="{FF2B5EF4-FFF2-40B4-BE49-F238E27FC236}">
                <a16:creationId xmlns:a16="http://schemas.microsoft.com/office/drawing/2014/main" id="{60E16198-128C-4AE0-8B5F-6AC2500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444599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2026-07-13T23:01:50.0200000Z</dcterms:created>
  <dcterms:modified xsi:type="dcterms:W3CDTF">2026-07-13T23:01:50.0200000Z</dcterms:modified>
</coreProperties>
</file>